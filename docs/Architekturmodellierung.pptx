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18000663" cy="180006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129" autoAdjust="0"/>
    <p:restoredTop sz="94660"/>
  </p:normalViewPr>
  <p:slideViewPr>
    <p:cSldViewPr snapToGrid="0">
      <p:cViewPr>
        <p:scale>
          <a:sx n="50" d="100"/>
          <a:sy n="50" d="100"/>
        </p:scale>
        <p:origin x="2136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50050" y="2945943"/>
            <a:ext cx="15300564" cy="6266897"/>
          </a:xfrm>
        </p:spPr>
        <p:txBody>
          <a:bodyPr anchor="b"/>
          <a:lstStyle>
            <a:lvl1pPr algn="ctr">
              <a:defRPr sz="11812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83" y="9454516"/>
            <a:ext cx="13500497" cy="4345992"/>
          </a:xfrm>
        </p:spPr>
        <p:txBody>
          <a:bodyPr/>
          <a:lstStyle>
            <a:lvl1pPr marL="0" indent="0" algn="ctr">
              <a:buNone/>
              <a:defRPr sz="4725"/>
            </a:lvl1pPr>
            <a:lvl2pPr marL="900044" indent="0" algn="ctr">
              <a:buNone/>
              <a:defRPr sz="3937"/>
            </a:lvl2pPr>
            <a:lvl3pPr marL="1800088" indent="0" algn="ctr">
              <a:buNone/>
              <a:defRPr sz="3543"/>
            </a:lvl3pPr>
            <a:lvl4pPr marL="2700132" indent="0" algn="ctr">
              <a:buNone/>
              <a:defRPr sz="3150"/>
            </a:lvl4pPr>
            <a:lvl5pPr marL="3600176" indent="0" algn="ctr">
              <a:buNone/>
              <a:defRPr sz="3150"/>
            </a:lvl5pPr>
            <a:lvl6pPr marL="4500220" indent="0" algn="ctr">
              <a:buNone/>
              <a:defRPr sz="3150"/>
            </a:lvl6pPr>
            <a:lvl7pPr marL="5400264" indent="0" algn="ctr">
              <a:buNone/>
              <a:defRPr sz="3150"/>
            </a:lvl7pPr>
            <a:lvl8pPr marL="6300307" indent="0" algn="ctr">
              <a:buNone/>
              <a:defRPr sz="3150"/>
            </a:lvl8pPr>
            <a:lvl9pPr marL="7200351" indent="0" algn="ctr">
              <a:buNone/>
              <a:defRPr sz="315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6DBDE-27F5-41C5-B071-C60F8E7F6465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B80E9-B3AC-4F05-93A9-2574C21477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2278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6DBDE-27F5-41C5-B071-C60F8E7F6465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B80E9-B3AC-4F05-93A9-2574C21477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4116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71" y="4487671"/>
            <a:ext cx="15525572" cy="7487774"/>
          </a:xfrm>
        </p:spPr>
        <p:txBody>
          <a:bodyPr anchor="b"/>
          <a:lstStyle>
            <a:lvl1pPr>
              <a:defRPr sz="11812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71" y="12046282"/>
            <a:ext cx="15525572" cy="3937644"/>
          </a:xfrm>
        </p:spPr>
        <p:txBody>
          <a:bodyPr/>
          <a:lstStyle>
            <a:lvl1pPr marL="0" indent="0">
              <a:buNone/>
              <a:defRPr sz="4725">
                <a:solidFill>
                  <a:schemeClr val="tx1">
                    <a:tint val="82000"/>
                  </a:schemeClr>
                </a:solidFill>
              </a:defRPr>
            </a:lvl1pPr>
            <a:lvl2pPr marL="900044" indent="0">
              <a:buNone/>
              <a:defRPr sz="3937">
                <a:solidFill>
                  <a:schemeClr val="tx1">
                    <a:tint val="82000"/>
                  </a:schemeClr>
                </a:solidFill>
              </a:defRPr>
            </a:lvl2pPr>
            <a:lvl3pPr marL="1800088" indent="0">
              <a:buNone/>
              <a:defRPr sz="3543">
                <a:solidFill>
                  <a:schemeClr val="tx1">
                    <a:tint val="82000"/>
                  </a:schemeClr>
                </a:solidFill>
              </a:defRPr>
            </a:lvl3pPr>
            <a:lvl4pPr marL="2700132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4pPr>
            <a:lvl5pPr marL="3600176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5pPr>
            <a:lvl6pPr marL="4500220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6pPr>
            <a:lvl7pPr marL="5400264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7pPr>
            <a:lvl8pPr marL="6300307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8pPr>
            <a:lvl9pPr marL="7200351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6DBDE-27F5-41C5-B071-C60F8E7F6465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B80E9-B3AC-4F05-93A9-2574C21477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2960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45" y="4791843"/>
            <a:ext cx="7650282" cy="1142125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836" y="4791843"/>
            <a:ext cx="7650282" cy="1142125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6DBDE-27F5-41C5-B071-C60F8E7F6465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B80E9-B3AC-4F05-93A9-2574C21477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6529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958373"/>
            <a:ext cx="15525572" cy="347929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92" y="4412664"/>
            <a:ext cx="7615123" cy="2162578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92" y="6575242"/>
            <a:ext cx="7615123" cy="967119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837" y="4412664"/>
            <a:ext cx="7652626" cy="2162578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837" y="6575242"/>
            <a:ext cx="7652626" cy="967119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6DBDE-27F5-41C5-B071-C60F8E7F6465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B80E9-B3AC-4F05-93A9-2574C21477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3549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6DBDE-27F5-41C5-B071-C60F8E7F6465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B80E9-B3AC-4F05-93A9-2574C21477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43170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6DBDE-27F5-41C5-B071-C60F8E7F6465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B80E9-B3AC-4F05-93A9-2574C21477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7706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200044"/>
            <a:ext cx="5805682" cy="4200155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626" y="2591766"/>
            <a:ext cx="9112836" cy="12792138"/>
          </a:xfrm>
        </p:spPr>
        <p:txBody>
          <a:bodyPr/>
          <a:lstStyle>
            <a:lvl1pPr>
              <a:defRPr sz="6300"/>
            </a:lvl1pPr>
            <a:lvl2pPr>
              <a:defRPr sz="5512"/>
            </a:lvl2pPr>
            <a:lvl3pPr>
              <a:defRPr sz="4725"/>
            </a:lvl3pPr>
            <a:lvl4pPr>
              <a:defRPr sz="3937"/>
            </a:lvl4pPr>
            <a:lvl5pPr>
              <a:defRPr sz="3937"/>
            </a:lvl5pPr>
            <a:lvl6pPr>
              <a:defRPr sz="3937"/>
            </a:lvl6pPr>
            <a:lvl7pPr>
              <a:defRPr sz="3937"/>
            </a:lvl7pPr>
            <a:lvl8pPr>
              <a:defRPr sz="3937"/>
            </a:lvl8pPr>
            <a:lvl9pPr>
              <a:defRPr sz="3937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5400199"/>
            <a:ext cx="5805682" cy="10004536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6DBDE-27F5-41C5-B071-C60F8E7F6465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B80E9-B3AC-4F05-93A9-2574C21477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4910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200044"/>
            <a:ext cx="5805682" cy="4200155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652626" y="2591766"/>
            <a:ext cx="9112836" cy="12792138"/>
          </a:xfrm>
        </p:spPr>
        <p:txBody>
          <a:bodyPr anchor="t"/>
          <a:lstStyle>
            <a:lvl1pPr marL="0" indent="0">
              <a:buNone/>
              <a:defRPr sz="6300"/>
            </a:lvl1pPr>
            <a:lvl2pPr marL="900044" indent="0">
              <a:buNone/>
              <a:defRPr sz="5512"/>
            </a:lvl2pPr>
            <a:lvl3pPr marL="1800088" indent="0">
              <a:buNone/>
              <a:defRPr sz="4725"/>
            </a:lvl3pPr>
            <a:lvl4pPr marL="2700132" indent="0">
              <a:buNone/>
              <a:defRPr sz="3937"/>
            </a:lvl4pPr>
            <a:lvl5pPr marL="3600176" indent="0">
              <a:buNone/>
              <a:defRPr sz="3937"/>
            </a:lvl5pPr>
            <a:lvl6pPr marL="4500220" indent="0">
              <a:buNone/>
              <a:defRPr sz="3937"/>
            </a:lvl6pPr>
            <a:lvl7pPr marL="5400264" indent="0">
              <a:buNone/>
              <a:defRPr sz="3937"/>
            </a:lvl7pPr>
            <a:lvl8pPr marL="6300307" indent="0">
              <a:buNone/>
              <a:defRPr sz="3937"/>
            </a:lvl8pPr>
            <a:lvl9pPr marL="7200351" indent="0">
              <a:buNone/>
              <a:defRPr sz="3937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5400199"/>
            <a:ext cx="5805682" cy="10004536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6DBDE-27F5-41C5-B071-C60F8E7F6465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B80E9-B3AC-4F05-93A9-2574C21477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9460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6DBDE-27F5-41C5-B071-C60F8E7F6465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B80E9-B3AC-4F05-93A9-2574C21477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6040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725" y="958369"/>
            <a:ext cx="3881393" cy="1525473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46" y="958369"/>
            <a:ext cx="11419171" cy="1525473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6DBDE-27F5-41C5-B071-C60F8E7F6465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B80E9-B3AC-4F05-93A9-2574C21477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53770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46" y="958373"/>
            <a:ext cx="15525572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46" y="4791843"/>
            <a:ext cx="15525572" cy="114212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46" y="16683952"/>
            <a:ext cx="4050149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06DBDE-27F5-41C5-B071-C60F8E7F6465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720" y="16683952"/>
            <a:ext cx="6075224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968" y="16683952"/>
            <a:ext cx="4050149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6B80E9-B3AC-4F05-93A9-2574C21477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6398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800088" rtl="0" eaLnBrk="1" latinLnBrk="0" hangingPunct="1">
        <a:lnSpc>
          <a:spcPct val="90000"/>
        </a:lnSpc>
        <a:spcBef>
          <a:spcPct val="0"/>
        </a:spcBef>
        <a:buNone/>
        <a:defRPr sz="866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0022" indent="-450022" algn="l" defTabSz="1800088" rtl="0" eaLnBrk="1" latinLnBrk="0" hangingPunct="1">
        <a:lnSpc>
          <a:spcPct val="90000"/>
        </a:lnSpc>
        <a:spcBef>
          <a:spcPts val="1969"/>
        </a:spcBef>
        <a:buFont typeface="Arial" panose="020B0604020202020204" pitchFamily="34" charset="0"/>
        <a:buChar char="•"/>
        <a:defRPr sz="5512" kern="1200">
          <a:solidFill>
            <a:schemeClr val="tx1"/>
          </a:solidFill>
          <a:latin typeface="+mn-lt"/>
          <a:ea typeface="+mn-ea"/>
          <a:cs typeface="+mn-cs"/>
        </a:defRPr>
      </a:lvl1pPr>
      <a:lvl2pPr marL="1350066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2pPr>
      <a:lvl3pPr marL="2250110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937" kern="1200">
          <a:solidFill>
            <a:schemeClr val="tx1"/>
          </a:solidFill>
          <a:latin typeface="+mn-lt"/>
          <a:ea typeface="+mn-ea"/>
          <a:cs typeface="+mn-cs"/>
        </a:defRPr>
      </a:lvl3pPr>
      <a:lvl4pPr marL="3150154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4050198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950242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850285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750329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650373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1pPr>
      <a:lvl2pPr marL="90004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2pPr>
      <a:lvl3pPr marL="1800088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3pPr>
      <a:lvl4pPr marL="2700132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3600176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50022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40026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300307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200351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jpe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4.jpeg"/><Relationship Id="rId5" Type="http://schemas.openxmlformats.org/officeDocument/2006/relationships/image" Target="../media/image3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F0A4012A-6739-B815-A4EC-5E1196D863B7}"/>
              </a:ext>
            </a:extLst>
          </p:cNvPr>
          <p:cNvGrpSpPr/>
          <p:nvPr/>
        </p:nvGrpSpPr>
        <p:grpSpPr>
          <a:xfrm>
            <a:off x="676869" y="398959"/>
            <a:ext cx="1466144" cy="1117576"/>
            <a:chOff x="6049526" y="1427988"/>
            <a:chExt cx="1466144" cy="1117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7AE6BA9C-7D25-60B8-FB0E-0D30549AF77C}"/>
                </a:ext>
              </a:extLst>
            </p:cNvPr>
            <p:cNvGrpSpPr/>
            <p:nvPr/>
          </p:nvGrpSpPr>
          <p:grpSpPr>
            <a:xfrm>
              <a:off x="6049526" y="1427988"/>
              <a:ext cx="1466144" cy="1117576"/>
              <a:chOff x="6049526" y="1427988"/>
              <a:chExt cx="1466144" cy="1117576"/>
            </a:xfrm>
          </p:grpSpPr>
          <p:grpSp>
            <p:nvGrpSpPr>
              <p:cNvPr id="7" name="Gruppieren 6">
                <a:extLst>
                  <a:ext uri="{FF2B5EF4-FFF2-40B4-BE49-F238E27FC236}">
                    <a16:creationId xmlns:a16="http://schemas.microsoft.com/office/drawing/2014/main" id="{43FD440D-0B52-A0C4-E829-6B9806F37BD6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6049526" y="1427988"/>
                <a:ext cx="1342618" cy="842006"/>
                <a:chOff x="8328248" y="1523525"/>
                <a:chExt cx="1342618" cy="842006"/>
              </a:xfrm>
              <a:effectLst/>
            </p:grpSpPr>
            <p:grpSp>
              <p:nvGrpSpPr>
                <p:cNvPr id="9" name="Gruppieren 8">
                  <a:extLst>
                    <a:ext uri="{FF2B5EF4-FFF2-40B4-BE49-F238E27FC236}">
                      <a16:creationId xmlns:a16="http://schemas.microsoft.com/office/drawing/2014/main" id="{99102DF1-49E5-E05B-9BD5-AE9C8AFFBA50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487615" y="1523525"/>
                  <a:ext cx="1183251" cy="842006"/>
                  <a:chOff x="8487615" y="1523525"/>
                  <a:chExt cx="1183251" cy="842006"/>
                </a:xfrm>
              </p:grpSpPr>
              <p:sp>
                <p:nvSpPr>
                  <p:cNvPr id="27" name="Box BG Black">
                    <a:extLst>
                      <a:ext uri="{FF2B5EF4-FFF2-40B4-BE49-F238E27FC236}">
                        <a16:creationId xmlns:a16="http://schemas.microsoft.com/office/drawing/2014/main" id="{305C6DC6-B4FA-1955-0731-B4F47DE6139B}"/>
                      </a:ext>
                    </a:extLst>
                  </p:cNvPr>
                  <p:cNvSpPr/>
                  <p:nvPr/>
                </p:nvSpPr>
                <p:spPr>
                  <a:xfrm>
                    <a:off x="8487615" y="1523525"/>
                    <a:ext cx="1183036" cy="842006"/>
                  </a:xfrm>
                  <a:prstGeom prst="roundRect">
                    <a:avLst/>
                  </a:prstGeom>
                  <a:solidFill>
                    <a:schemeClr val="tx1">
                      <a:lumMod val="75000"/>
                      <a:lumOff val="25000"/>
                    </a:schemeClr>
                  </a:solidFill>
                  <a:ln>
                    <a:noFill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28" name="Box Dock">
                    <a:extLst>
                      <a:ext uri="{FF2B5EF4-FFF2-40B4-BE49-F238E27FC236}">
                        <a16:creationId xmlns:a16="http://schemas.microsoft.com/office/drawing/2014/main" id="{8991DC28-BFC8-7003-9797-6428FE9A6CD1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85412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35" name="Box Dock BB">
                      <a:extLst>
                        <a:ext uri="{FF2B5EF4-FFF2-40B4-BE49-F238E27FC236}">
                          <a16:creationId xmlns:a16="http://schemas.microsoft.com/office/drawing/2014/main" id="{37FCC82A-7F8B-0490-7527-C9164D76A6E8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6" name="Box Dock TT">
                      <a:extLst>
                        <a:ext uri="{FF2B5EF4-FFF2-40B4-BE49-F238E27FC236}">
                          <a16:creationId xmlns:a16="http://schemas.microsoft.com/office/drawing/2014/main" id="{3EBC3EC4-F526-760F-5467-9C54A4AD7332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7" name="Box Dock TM">
                      <a:extLst>
                        <a:ext uri="{FF2B5EF4-FFF2-40B4-BE49-F238E27FC236}">
                          <a16:creationId xmlns:a16="http://schemas.microsoft.com/office/drawing/2014/main" id="{80DE5A0A-67E5-F565-393E-94D6C5AEFAD5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8" name="Box Dock BM">
                      <a:extLst>
                        <a:ext uri="{FF2B5EF4-FFF2-40B4-BE49-F238E27FC236}">
                          <a16:creationId xmlns:a16="http://schemas.microsoft.com/office/drawing/2014/main" id="{7E542073-223F-9C2E-083B-182CF7190EB1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9" name="Box Dock TM">
                      <a:extLst>
                        <a:ext uri="{FF2B5EF4-FFF2-40B4-BE49-F238E27FC236}">
                          <a16:creationId xmlns:a16="http://schemas.microsoft.com/office/drawing/2014/main" id="{E1B6B800-7514-95E5-04D8-A87E86E1028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  <p:grpSp>
                <p:nvGrpSpPr>
                  <p:cNvPr id="29" name="Box Dock">
                    <a:extLst>
                      <a:ext uri="{FF2B5EF4-FFF2-40B4-BE49-F238E27FC236}">
                        <a16:creationId xmlns:a16="http://schemas.microsoft.com/office/drawing/2014/main" id="{C8836191-ECAB-2CF1-E273-216263FD8676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487615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30" name="Box Dock BB">
                      <a:extLst>
                        <a:ext uri="{FF2B5EF4-FFF2-40B4-BE49-F238E27FC236}">
                          <a16:creationId xmlns:a16="http://schemas.microsoft.com/office/drawing/2014/main" id="{7F701009-5532-6A54-BE3D-1228ADD75CCA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1" name="Box Dock TT">
                      <a:extLst>
                        <a:ext uri="{FF2B5EF4-FFF2-40B4-BE49-F238E27FC236}">
                          <a16:creationId xmlns:a16="http://schemas.microsoft.com/office/drawing/2014/main" id="{E52FDE08-B491-3073-5FE8-A3F44B234CE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2" name="Box Dock TM">
                      <a:extLst>
                        <a:ext uri="{FF2B5EF4-FFF2-40B4-BE49-F238E27FC236}">
                          <a16:creationId xmlns:a16="http://schemas.microsoft.com/office/drawing/2014/main" id="{396A595F-69AA-A058-3156-12C59F7D5FE6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3" name="Box Dock BM">
                      <a:extLst>
                        <a:ext uri="{FF2B5EF4-FFF2-40B4-BE49-F238E27FC236}">
                          <a16:creationId xmlns:a16="http://schemas.microsoft.com/office/drawing/2014/main" id="{F960C517-786B-45E5-6DB7-F44683450CE7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4" name="Box Dock TM">
                      <a:extLst>
                        <a:ext uri="{FF2B5EF4-FFF2-40B4-BE49-F238E27FC236}">
                          <a16:creationId xmlns:a16="http://schemas.microsoft.com/office/drawing/2014/main" id="{36072E27-662C-6B17-040E-E2220DDD8DA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10" name="Box Dock">
                  <a:extLst>
                    <a:ext uri="{FF2B5EF4-FFF2-40B4-BE49-F238E27FC236}">
                      <a16:creationId xmlns:a16="http://schemas.microsoft.com/office/drawing/2014/main" id="{E74CC28F-DB9B-C46C-7E5C-B05BE3BACB9F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9543391" y="1686102"/>
                  <a:ext cx="85454" cy="516852"/>
                  <a:chOff x="6734408" y="1594976"/>
                  <a:chExt cx="85454" cy="625391"/>
                </a:xfrm>
                <a:solidFill>
                  <a:srgbClr val="D99694">
                    <a:alpha val="0"/>
                  </a:srgbClr>
                </a:solidFill>
              </p:grpSpPr>
              <p:sp>
                <p:nvSpPr>
                  <p:cNvPr id="22" name="DAL Dock BB">
                    <a:extLst>
                      <a:ext uri="{FF2B5EF4-FFF2-40B4-BE49-F238E27FC236}">
                        <a16:creationId xmlns:a16="http://schemas.microsoft.com/office/drawing/2014/main" id="{14CB8051-4AA1-C82B-D69F-3D5835CBEBA9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2126368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3" name="DAL Dock BM">
                    <a:extLst>
                      <a:ext uri="{FF2B5EF4-FFF2-40B4-BE49-F238E27FC236}">
                        <a16:creationId xmlns:a16="http://schemas.microsoft.com/office/drawing/2014/main" id="{C99E4B2D-B9B4-80E2-31DE-521E257E2093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993521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4" name="DAL Dock MM">
                    <a:extLst>
                      <a:ext uri="{FF2B5EF4-FFF2-40B4-BE49-F238E27FC236}">
                        <a16:creationId xmlns:a16="http://schemas.microsoft.com/office/drawing/2014/main" id="{5383D4AB-2B10-3048-3ED8-B5498854DFF2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860673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5" name="DAL Dock TM">
                    <a:extLst>
                      <a:ext uri="{FF2B5EF4-FFF2-40B4-BE49-F238E27FC236}">
                        <a16:creationId xmlns:a16="http://schemas.microsoft.com/office/drawing/2014/main" id="{C7E95E16-96BD-96DC-565B-C89CFBE30B63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727824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6" name="DAL Dock TT">
                    <a:extLst>
                      <a:ext uri="{FF2B5EF4-FFF2-40B4-BE49-F238E27FC236}">
                        <a16:creationId xmlns:a16="http://schemas.microsoft.com/office/drawing/2014/main" id="{082B7677-7184-F2C1-5847-6DEC10B657C8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594976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11" name="Gruppieren 10">
                  <a:extLst>
                    <a:ext uri="{FF2B5EF4-FFF2-40B4-BE49-F238E27FC236}">
                      <a16:creationId xmlns:a16="http://schemas.microsoft.com/office/drawing/2014/main" id="{01E5BD35-F615-6391-EABD-A0E8E39476F3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328248" y="1569340"/>
                  <a:ext cx="486693" cy="750377"/>
                  <a:chOff x="8328248" y="1569340"/>
                  <a:chExt cx="486693" cy="750377"/>
                </a:xfrm>
              </p:grpSpPr>
              <p:sp>
                <p:nvSpPr>
                  <p:cNvPr id="15" name="PL BG Blue">
                    <a:extLst>
                      <a:ext uri="{FF2B5EF4-FFF2-40B4-BE49-F238E27FC236}">
                        <a16:creationId xmlns:a16="http://schemas.microsoft.com/office/drawing/2014/main" id="{6E670D72-0A03-8B18-FAED-66204B12797A}"/>
                      </a:ext>
                    </a:extLst>
                  </p:cNvPr>
                  <p:cNvSpPr/>
                  <p:nvPr/>
                </p:nvSpPr>
                <p:spPr>
                  <a:xfrm>
                    <a:off x="8328248" y="1569340"/>
                    <a:ext cx="486693" cy="750377"/>
                  </a:xfrm>
                  <a:prstGeom prst="roundRect">
                    <a:avLst>
                      <a:gd name="adj" fmla="val 26461"/>
                    </a:avLst>
                  </a:prstGeom>
                  <a:gradFill flip="none" rotWithShape="1">
                    <a:gsLst>
                      <a:gs pos="0">
                        <a:srgbClr val="00B0F0">
                          <a:shade val="30000"/>
                          <a:satMod val="115000"/>
                        </a:srgbClr>
                      </a:gs>
                      <a:gs pos="100000">
                        <a:srgbClr val="00B0F0">
                          <a:shade val="100000"/>
                          <a:satMod val="115000"/>
                        </a:srgbClr>
                      </a:gs>
                    </a:gsLst>
                    <a:lin ang="0" scaled="1"/>
                    <a:tileRect/>
                  </a:gradFill>
                  <a:ln w="25400" cap="flat" cmpd="sng" algn="ctr">
                    <a:noFill/>
                    <a:prstDash val="solid"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vert="vert270" wrap="none" lIns="0" tIns="0" rIns="0" bIns="0" rtlCol="0" anchor="t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200" b="1" i="0" u="none" strike="noStrike" kern="100" cap="none" spc="-5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rPr>
                      <a:t>Web UI</a:t>
                    </a:r>
                  </a:p>
                </p:txBody>
              </p:sp>
              <p:grpSp>
                <p:nvGrpSpPr>
                  <p:cNvPr id="16" name="Box Dock">
                    <a:extLst>
                      <a:ext uri="{FF2B5EF4-FFF2-40B4-BE49-F238E27FC236}">
                        <a16:creationId xmlns:a16="http://schemas.microsoft.com/office/drawing/2014/main" id="{40BD066F-CC9E-FB0E-813A-3AE7B9BC6264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328248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17" name="PL Dock BB">
                      <a:extLst>
                        <a:ext uri="{FF2B5EF4-FFF2-40B4-BE49-F238E27FC236}">
                          <a16:creationId xmlns:a16="http://schemas.microsoft.com/office/drawing/2014/main" id="{93AF47B4-5924-6128-87B1-7F3527069C4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8" name="PL Dock BM">
                      <a:extLst>
                        <a:ext uri="{FF2B5EF4-FFF2-40B4-BE49-F238E27FC236}">
                          <a16:creationId xmlns:a16="http://schemas.microsoft.com/office/drawing/2014/main" id="{FB4EAC4B-14EA-E415-8A3B-0C25B7F0AC8E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9" name="PL Dock MM">
                      <a:extLst>
                        <a:ext uri="{FF2B5EF4-FFF2-40B4-BE49-F238E27FC236}">
                          <a16:creationId xmlns:a16="http://schemas.microsoft.com/office/drawing/2014/main" id="{F1A813A4-9E29-AD5E-D1B8-6D049AA8E4A6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0" name="PL Dock TM">
                      <a:extLst>
                        <a:ext uri="{FF2B5EF4-FFF2-40B4-BE49-F238E27FC236}">
                          <a16:creationId xmlns:a16="http://schemas.microsoft.com/office/drawing/2014/main" id="{0384414C-257E-FB97-3A4E-410DBCC96D72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1" name="PL Dock TT">
                      <a:extLst>
                        <a:ext uri="{FF2B5EF4-FFF2-40B4-BE49-F238E27FC236}">
                          <a16:creationId xmlns:a16="http://schemas.microsoft.com/office/drawing/2014/main" id="{25D3063C-178E-D7B1-CA9A-EA27C983F909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12" name="BLL">
                  <a:extLst>
                    <a:ext uri="{FF2B5EF4-FFF2-40B4-BE49-F238E27FC236}">
                      <a16:creationId xmlns:a16="http://schemas.microsoft.com/office/drawing/2014/main" id="{848C494C-002E-092D-7123-E3AA47CB4251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8590275" y="1632089"/>
                  <a:ext cx="977716" cy="624878"/>
                  <a:chOff x="8590275" y="1632089"/>
                  <a:chExt cx="977716" cy="624878"/>
                </a:xfrm>
              </p:grpSpPr>
              <p:sp>
                <p:nvSpPr>
                  <p:cNvPr id="13" name="BLL BG White">
                    <a:extLst>
                      <a:ext uri="{FF2B5EF4-FFF2-40B4-BE49-F238E27FC236}">
                        <a16:creationId xmlns:a16="http://schemas.microsoft.com/office/drawing/2014/main" id="{C51F266F-6EF9-973C-344F-7B981635D9DE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590275" y="1632089"/>
                    <a:ext cx="977716" cy="624878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4" name="BLL BG White">
                    <a:extLst>
                      <a:ext uri="{FF2B5EF4-FFF2-40B4-BE49-F238E27FC236}">
                        <a16:creationId xmlns:a16="http://schemas.microsoft.com/office/drawing/2014/main" id="{2A42F216-1BCA-A6F3-1AC8-07A1B07963D4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616672" y="1654783"/>
                    <a:ext cx="924923" cy="579490"/>
                  </a:xfrm>
                  <a:prstGeom prst="roundRect">
                    <a:avLst/>
                  </a:prstGeom>
                  <a:noFill/>
                  <a:ln>
                    <a:solidFill>
                      <a:srgbClr val="FF9C4B"/>
                    </a:solidFill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</p:grpSp>
          </p:grpSp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8517E161-A1AC-BEE2-94A1-96484ACB4430}"/>
                  </a:ext>
                </a:extLst>
              </p:cNvPr>
              <p:cNvSpPr txBox="1"/>
              <p:nvPr/>
            </p:nvSpPr>
            <p:spPr>
              <a:xfrm>
                <a:off x="6084196" y="2287032"/>
                <a:ext cx="1431474" cy="258532"/>
              </a:xfrm>
              <a:prstGeom prst="rect">
                <a:avLst/>
              </a:prstGeom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ctr">
                  <a:lnSpc>
                    <a:spcPct val="90000"/>
                  </a:lnSpc>
                  <a:defRPr sz="1200" kern="0"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Calibri" pitchFamily="34" charset="0"/>
                    <a:cs typeface="Calibri" pitchFamily="34" charset="0"/>
                  </a:defRPr>
                </a:lvl1pPr>
              </a:lstStyle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t>Web Shop Frontend</a:t>
                </a:r>
              </a:p>
            </p:txBody>
          </p:sp>
        </p:grpSp>
        <p:pic>
          <p:nvPicPr>
            <p:cNvPr id="6" name="Grafik 5">
              <a:extLst>
                <a:ext uri="{FF2B5EF4-FFF2-40B4-BE49-F238E27FC236}">
                  <a16:creationId xmlns:a16="http://schemas.microsoft.com/office/drawing/2014/main" id="{A6960C20-8D3E-CF94-7AFE-C1F8AAA2E9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68593" y="1621122"/>
              <a:ext cx="457576" cy="455738"/>
            </a:xfrm>
            <a:prstGeom prst="rect">
              <a:avLst/>
            </a:prstGeom>
          </p:spPr>
        </p:pic>
      </p:grpSp>
      <p:grpSp>
        <p:nvGrpSpPr>
          <p:cNvPr id="43" name="Gruppieren 42">
            <a:extLst>
              <a:ext uri="{FF2B5EF4-FFF2-40B4-BE49-F238E27FC236}">
                <a16:creationId xmlns:a16="http://schemas.microsoft.com/office/drawing/2014/main" id="{1C9A8C1B-39B7-8E39-A1C1-05D39EFD7873}"/>
              </a:ext>
            </a:extLst>
          </p:cNvPr>
          <p:cNvGrpSpPr/>
          <p:nvPr/>
        </p:nvGrpSpPr>
        <p:grpSpPr>
          <a:xfrm>
            <a:off x="3958988" y="398959"/>
            <a:ext cx="1466144" cy="1117576"/>
            <a:chOff x="6049526" y="1427988"/>
            <a:chExt cx="1466144" cy="1117576"/>
          </a:xfrm>
        </p:grpSpPr>
        <p:grpSp>
          <p:nvGrpSpPr>
            <p:cNvPr id="44" name="Gruppieren 43">
              <a:extLst>
                <a:ext uri="{FF2B5EF4-FFF2-40B4-BE49-F238E27FC236}">
                  <a16:creationId xmlns:a16="http://schemas.microsoft.com/office/drawing/2014/main" id="{EA09A084-A1D7-E75B-9EBB-706C527E6C41}"/>
                </a:ext>
              </a:extLst>
            </p:cNvPr>
            <p:cNvGrpSpPr/>
            <p:nvPr/>
          </p:nvGrpSpPr>
          <p:grpSpPr>
            <a:xfrm>
              <a:off x="6049526" y="1427988"/>
              <a:ext cx="1466144" cy="1117576"/>
              <a:chOff x="6049526" y="1427988"/>
              <a:chExt cx="1466144" cy="1117576"/>
            </a:xfrm>
          </p:grpSpPr>
          <p:grpSp>
            <p:nvGrpSpPr>
              <p:cNvPr id="46" name="Gruppieren 45">
                <a:extLst>
                  <a:ext uri="{FF2B5EF4-FFF2-40B4-BE49-F238E27FC236}">
                    <a16:creationId xmlns:a16="http://schemas.microsoft.com/office/drawing/2014/main" id="{25F51B93-EE5B-6372-72C0-22A37455A069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6049526" y="1427988"/>
                <a:ext cx="1342618" cy="842006"/>
                <a:chOff x="8328248" y="1523525"/>
                <a:chExt cx="1342618" cy="842006"/>
              </a:xfrm>
              <a:effectLst/>
            </p:grpSpPr>
            <p:grpSp>
              <p:nvGrpSpPr>
                <p:cNvPr id="48" name="Gruppieren 47">
                  <a:extLst>
                    <a:ext uri="{FF2B5EF4-FFF2-40B4-BE49-F238E27FC236}">
                      <a16:creationId xmlns:a16="http://schemas.microsoft.com/office/drawing/2014/main" id="{EE3B3D3E-2675-2CFE-2C70-F78E48193786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487615" y="1523525"/>
                  <a:ext cx="1183251" cy="842006"/>
                  <a:chOff x="8487615" y="1523525"/>
                  <a:chExt cx="1183251" cy="842006"/>
                </a:xfrm>
              </p:grpSpPr>
              <p:sp>
                <p:nvSpPr>
                  <p:cNvPr id="68" name="Box BG Black">
                    <a:extLst>
                      <a:ext uri="{FF2B5EF4-FFF2-40B4-BE49-F238E27FC236}">
                        <a16:creationId xmlns:a16="http://schemas.microsoft.com/office/drawing/2014/main" id="{2BEFB490-F9A4-46C0-D61B-C898438C6932}"/>
                      </a:ext>
                    </a:extLst>
                  </p:cNvPr>
                  <p:cNvSpPr/>
                  <p:nvPr/>
                </p:nvSpPr>
                <p:spPr>
                  <a:xfrm>
                    <a:off x="8487615" y="1523525"/>
                    <a:ext cx="1183036" cy="842006"/>
                  </a:xfrm>
                  <a:prstGeom prst="roundRect">
                    <a:avLst/>
                  </a:prstGeom>
                  <a:solidFill>
                    <a:schemeClr val="tx1">
                      <a:lumMod val="75000"/>
                      <a:lumOff val="25000"/>
                    </a:schemeClr>
                  </a:solidFill>
                  <a:ln>
                    <a:noFill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69" name="Box Dock">
                    <a:extLst>
                      <a:ext uri="{FF2B5EF4-FFF2-40B4-BE49-F238E27FC236}">
                        <a16:creationId xmlns:a16="http://schemas.microsoft.com/office/drawing/2014/main" id="{0BB2C350-BA2A-22A7-F8FB-8D1A1374399E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85412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76" name="Box Dock BB">
                      <a:extLst>
                        <a:ext uri="{FF2B5EF4-FFF2-40B4-BE49-F238E27FC236}">
                          <a16:creationId xmlns:a16="http://schemas.microsoft.com/office/drawing/2014/main" id="{7ED3D94C-DE05-D2EF-0AFA-F71809949B96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77" name="Box Dock TT">
                      <a:extLst>
                        <a:ext uri="{FF2B5EF4-FFF2-40B4-BE49-F238E27FC236}">
                          <a16:creationId xmlns:a16="http://schemas.microsoft.com/office/drawing/2014/main" id="{9243C658-1E67-89AB-921B-BAFCD5D1C14F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78" name="Box Dock TM">
                      <a:extLst>
                        <a:ext uri="{FF2B5EF4-FFF2-40B4-BE49-F238E27FC236}">
                          <a16:creationId xmlns:a16="http://schemas.microsoft.com/office/drawing/2014/main" id="{539C13BF-7A13-E4FD-8373-83C7B6C4ED11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79" name="Box Dock BM">
                      <a:extLst>
                        <a:ext uri="{FF2B5EF4-FFF2-40B4-BE49-F238E27FC236}">
                          <a16:creationId xmlns:a16="http://schemas.microsoft.com/office/drawing/2014/main" id="{35FBE33D-EA8B-F0DA-A6EA-06B99CD319D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80" name="Box Dock TM">
                      <a:extLst>
                        <a:ext uri="{FF2B5EF4-FFF2-40B4-BE49-F238E27FC236}">
                          <a16:creationId xmlns:a16="http://schemas.microsoft.com/office/drawing/2014/main" id="{42A2C461-69AD-231B-314C-FC09B8F22C1F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  <p:grpSp>
                <p:nvGrpSpPr>
                  <p:cNvPr id="70" name="Box Dock">
                    <a:extLst>
                      <a:ext uri="{FF2B5EF4-FFF2-40B4-BE49-F238E27FC236}">
                        <a16:creationId xmlns:a16="http://schemas.microsoft.com/office/drawing/2014/main" id="{BE64EAFA-CF8E-477E-8877-D54A65135B80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487615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71" name="Box Dock BB">
                      <a:extLst>
                        <a:ext uri="{FF2B5EF4-FFF2-40B4-BE49-F238E27FC236}">
                          <a16:creationId xmlns:a16="http://schemas.microsoft.com/office/drawing/2014/main" id="{AE0C8A0A-D8DB-3719-29A0-343C9B365FB6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72" name="Box Dock TT">
                      <a:extLst>
                        <a:ext uri="{FF2B5EF4-FFF2-40B4-BE49-F238E27FC236}">
                          <a16:creationId xmlns:a16="http://schemas.microsoft.com/office/drawing/2014/main" id="{F8762219-4517-A900-D475-FA7C90DEB5DA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73" name="Box Dock TM">
                      <a:extLst>
                        <a:ext uri="{FF2B5EF4-FFF2-40B4-BE49-F238E27FC236}">
                          <a16:creationId xmlns:a16="http://schemas.microsoft.com/office/drawing/2014/main" id="{96540F80-300F-3022-5F37-8C71D8D58FD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74" name="Box Dock BM">
                      <a:extLst>
                        <a:ext uri="{FF2B5EF4-FFF2-40B4-BE49-F238E27FC236}">
                          <a16:creationId xmlns:a16="http://schemas.microsoft.com/office/drawing/2014/main" id="{7F823719-A422-4579-5BCA-2C2C21DB712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75" name="Box Dock TM">
                      <a:extLst>
                        <a:ext uri="{FF2B5EF4-FFF2-40B4-BE49-F238E27FC236}">
                          <a16:creationId xmlns:a16="http://schemas.microsoft.com/office/drawing/2014/main" id="{DB959449-05F1-E983-9FF7-E25A9ADDCBC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49" name="Gruppieren 48">
                  <a:extLst>
                    <a:ext uri="{FF2B5EF4-FFF2-40B4-BE49-F238E27FC236}">
                      <a16:creationId xmlns:a16="http://schemas.microsoft.com/office/drawing/2014/main" id="{5161D94B-0AF6-2DC6-E991-38EBA3E9F81A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9345471" y="1569340"/>
                  <a:ext cx="283804" cy="750377"/>
                  <a:chOff x="9345471" y="1569340"/>
                  <a:chExt cx="283804" cy="750377"/>
                </a:xfrm>
              </p:grpSpPr>
              <p:sp>
                <p:nvSpPr>
                  <p:cNvPr id="61" name="Box BG Black">
                    <a:extLst>
                      <a:ext uri="{FF2B5EF4-FFF2-40B4-BE49-F238E27FC236}">
                        <a16:creationId xmlns:a16="http://schemas.microsoft.com/office/drawing/2014/main" id="{59C5CFE9-310A-287F-F506-57ACFF56C8F3}"/>
                      </a:ext>
                    </a:extLst>
                  </p:cNvPr>
                  <p:cNvSpPr/>
                  <p:nvPr/>
                </p:nvSpPr>
                <p:spPr>
                  <a:xfrm>
                    <a:off x="9345471" y="1569340"/>
                    <a:ext cx="283804" cy="750377"/>
                  </a:xfrm>
                  <a:prstGeom prst="roundRect">
                    <a:avLst>
                      <a:gd name="adj" fmla="val 50000"/>
                    </a:avLst>
                  </a:prstGeom>
                  <a:gradFill flip="none" rotWithShape="1">
                    <a:gsLst>
                      <a:gs pos="0">
                        <a:srgbClr val="00B050">
                          <a:lumMod val="86000"/>
                        </a:srgbClr>
                      </a:gs>
                      <a:gs pos="100000">
                        <a:srgbClr val="00B050">
                          <a:lumMod val="87000"/>
                          <a:lumOff val="13000"/>
                        </a:srgbClr>
                      </a:gs>
                    </a:gsLst>
                    <a:lin ang="0" scaled="1"/>
                    <a:tileRect/>
                  </a:gradFill>
                  <a:ln w="25400" cap="flat" cmpd="sng" algn="ctr">
                    <a:noFill/>
                    <a:prstDash val="solid"/>
                  </a:ln>
                  <a:effectLst/>
                </p:spPr>
                <p:txBody>
                  <a:bodyPr vert="vert270" wrap="square" lIns="36000" rtlCol="0" anchor="t">
                    <a:no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300" b="1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62" name="Box Dock">
                    <a:extLst>
                      <a:ext uri="{FF2B5EF4-FFF2-40B4-BE49-F238E27FC236}">
                        <a16:creationId xmlns:a16="http://schemas.microsoft.com/office/drawing/2014/main" id="{04F99539-65D6-776C-1007-0B3788115BB0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43391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63" name="DAL Dock BB">
                      <a:extLst>
                        <a:ext uri="{FF2B5EF4-FFF2-40B4-BE49-F238E27FC236}">
                          <a16:creationId xmlns:a16="http://schemas.microsoft.com/office/drawing/2014/main" id="{B6215E60-41BC-2423-7545-C4BBDFF3D74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64" name="DAL Dock BM">
                      <a:extLst>
                        <a:ext uri="{FF2B5EF4-FFF2-40B4-BE49-F238E27FC236}">
                          <a16:creationId xmlns:a16="http://schemas.microsoft.com/office/drawing/2014/main" id="{4019F5A3-BEA3-5B8C-0243-D8E2522DB146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65" name="DAL Dock MM">
                      <a:extLst>
                        <a:ext uri="{FF2B5EF4-FFF2-40B4-BE49-F238E27FC236}">
                          <a16:creationId xmlns:a16="http://schemas.microsoft.com/office/drawing/2014/main" id="{3590862D-4919-FFDD-83CB-7A1D006EF8B7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66" name="DAL Dock TM">
                      <a:extLst>
                        <a:ext uri="{FF2B5EF4-FFF2-40B4-BE49-F238E27FC236}">
                          <a16:creationId xmlns:a16="http://schemas.microsoft.com/office/drawing/2014/main" id="{CCEE34F4-7D46-B768-DF23-8B495BD3541B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67" name="DAL Dock TT">
                      <a:extLst>
                        <a:ext uri="{FF2B5EF4-FFF2-40B4-BE49-F238E27FC236}">
                          <a16:creationId xmlns:a16="http://schemas.microsoft.com/office/drawing/2014/main" id="{1933CA31-54B3-74A8-C7DB-EF0EB2E5EF25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50" name="Gruppieren 49">
                  <a:extLst>
                    <a:ext uri="{FF2B5EF4-FFF2-40B4-BE49-F238E27FC236}">
                      <a16:creationId xmlns:a16="http://schemas.microsoft.com/office/drawing/2014/main" id="{08054FD4-2C5D-1E68-8459-FD9D8DBC5B46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328248" y="1569340"/>
                  <a:ext cx="486693" cy="750377"/>
                  <a:chOff x="8328248" y="1569340"/>
                  <a:chExt cx="486693" cy="750377"/>
                </a:xfrm>
              </p:grpSpPr>
              <p:sp>
                <p:nvSpPr>
                  <p:cNvPr id="54" name="PL BG Blue">
                    <a:extLst>
                      <a:ext uri="{FF2B5EF4-FFF2-40B4-BE49-F238E27FC236}">
                        <a16:creationId xmlns:a16="http://schemas.microsoft.com/office/drawing/2014/main" id="{0163D8E1-700D-DCDC-970C-36BDC27846CD}"/>
                      </a:ext>
                    </a:extLst>
                  </p:cNvPr>
                  <p:cNvSpPr/>
                  <p:nvPr/>
                </p:nvSpPr>
                <p:spPr>
                  <a:xfrm>
                    <a:off x="8328248" y="1569340"/>
                    <a:ext cx="486693" cy="750377"/>
                  </a:xfrm>
                  <a:prstGeom prst="roundRect">
                    <a:avLst>
                      <a:gd name="adj" fmla="val 26461"/>
                    </a:avLst>
                  </a:prstGeom>
                  <a:gradFill flip="none" rotWithShape="1">
                    <a:gsLst>
                      <a:gs pos="0">
                        <a:srgbClr val="00B0F0">
                          <a:shade val="30000"/>
                          <a:satMod val="115000"/>
                        </a:srgbClr>
                      </a:gs>
                      <a:gs pos="100000">
                        <a:srgbClr val="00B0F0">
                          <a:shade val="100000"/>
                          <a:satMod val="115000"/>
                        </a:srgbClr>
                      </a:gs>
                    </a:gsLst>
                    <a:lin ang="0" scaled="1"/>
                    <a:tileRect/>
                  </a:gradFill>
                  <a:ln w="25400" cap="flat" cmpd="sng" algn="ctr">
                    <a:noFill/>
                    <a:prstDash val="solid"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vert="vert270" wrap="none" lIns="0" tIns="0" rIns="0" bIns="0" rtlCol="0" anchor="t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200" b="1" i="0" u="none" strike="noStrike" kern="100" cap="none" spc="-5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rPr>
                      <a:t>HTTP API</a:t>
                    </a:r>
                  </a:p>
                </p:txBody>
              </p:sp>
              <p:grpSp>
                <p:nvGrpSpPr>
                  <p:cNvPr id="55" name="Box Dock">
                    <a:extLst>
                      <a:ext uri="{FF2B5EF4-FFF2-40B4-BE49-F238E27FC236}">
                        <a16:creationId xmlns:a16="http://schemas.microsoft.com/office/drawing/2014/main" id="{16D0E92B-E1E9-28C4-BF41-3AF558CF58DC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328248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56" name="PL Dock BB">
                      <a:extLst>
                        <a:ext uri="{FF2B5EF4-FFF2-40B4-BE49-F238E27FC236}">
                          <a16:creationId xmlns:a16="http://schemas.microsoft.com/office/drawing/2014/main" id="{C6932D86-123D-4757-0DEB-070BAD24FD5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57" name="PL Dock BM">
                      <a:extLst>
                        <a:ext uri="{FF2B5EF4-FFF2-40B4-BE49-F238E27FC236}">
                          <a16:creationId xmlns:a16="http://schemas.microsoft.com/office/drawing/2014/main" id="{029E0E43-E17A-DB48-5B2E-12082BC120F2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58" name="PL Dock MM">
                      <a:extLst>
                        <a:ext uri="{FF2B5EF4-FFF2-40B4-BE49-F238E27FC236}">
                          <a16:creationId xmlns:a16="http://schemas.microsoft.com/office/drawing/2014/main" id="{738B7459-EB36-9212-E3CF-E05A160281E1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59" name="PL Dock TM">
                      <a:extLst>
                        <a:ext uri="{FF2B5EF4-FFF2-40B4-BE49-F238E27FC236}">
                          <a16:creationId xmlns:a16="http://schemas.microsoft.com/office/drawing/2014/main" id="{B137D83A-0F88-8218-D3D3-0ECDFA68752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60" name="PL Dock TT">
                      <a:extLst>
                        <a:ext uri="{FF2B5EF4-FFF2-40B4-BE49-F238E27FC236}">
                          <a16:creationId xmlns:a16="http://schemas.microsoft.com/office/drawing/2014/main" id="{F07C36FE-AD0D-FA6D-F839-BF4F1F7080C7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51" name="BLL">
                  <a:extLst>
                    <a:ext uri="{FF2B5EF4-FFF2-40B4-BE49-F238E27FC236}">
                      <a16:creationId xmlns:a16="http://schemas.microsoft.com/office/drawing/2014/main" id="{89C7C27F-DAAD-6EBD-0B09-80E0FDEEF5EB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8590275" y="1632089"/>
                  <a:ext cx="977716" cy="624878"/>
                  <a:chOff x="8590275" y="1632089"/>
                  <a:chExt cx="977716" cy="624878"/>
                </a:xfrm>
              </p:grpSpPr>
              <p:sp>
                <p:nvSpPr>
                  <p:cNvPr id="52" name="BLL BG White">
                    <a:extLst>
                      <a:ext uri="{FF2B5EF4-FFF2-40B4-BE49-F238E27FC236}">
                        <a16:creationId xmlns:a16="http://schemas.microsoft.com/office/drawing/2014/main" id="{01AE7813-E21F-3169-B9C6-F549552A2B90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590275" y="1632089"/>
                    <a:ext cx="977716" cy="624878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53" name="BLL BG White">
                    <a:extLst>
                      <a:ext uri="{FF2B5EF4-FFF2-40B4-BE49-F238E27FC236}">
                        <a16:creationId xmlns:a16="http://schemas.microsoft.com/office/drawing/2014/main" id="{6CBB4ED0-2F22-3B96-4564-D87872025F12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616672" y="1654783"/>
                    <a:ext cx="924923" cy="579490"/>
                  </a:xfrm>
                  <a:prstGeom prst="roundRect">
                    <a:avLst/>
                  </a:prstGeom>
                  <a:noFill/>
                  <a:ln>
                    <a:solidFill>
                      <a:srgbClr val="FF9C4B"/>
                    </a:solidFill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</p:grpSp>
          </p:grpSp>
          <p:sp>
            <p:nvSpPr>
              <p:cNvPr id="47" name="Textfeld 46">
                <a:extLst>
                  <a:ext uri="{FF2B5EF4-FFF2-40B4-BE49-F238E27FC236}">
                    <a16:creationId xmlns:a16="http://schemas.microsoft.com/office/drawing/2014/main" id="{3E4909C1-7835-6C16-6D55-EE43119BDFAF}"/>
                  </a:ext>
                </a:extLst>
              </p:cNvPr>
              <p:cNvSpPr txBox="1"/>
              <p:nvPr/>
            </p:nvSpPr>
            <p:spPr>
              <a:xfrm>
                <a:off x="6084196" y="2287032"/>
                <a:ext cx="1431474" cy="258532"/>
              </a:xfrm>
              <a:prstGeom prst="rect">
                <a:avLst/>
              </a:prstGeom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ctr">
                  <a:lnSpc>
                    <a:spcPct val="90000"/>
                  </a:lnSpc>
                  <a:defRPr sz="1200" kern="0"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Calibri" pitchFamily="34" charset="0"/>
                    <a:cs typeface="Calibri" pitchFamily="34" charset="0"/>
                  </a:defRPr>
                </a:lvl1pPr>
              </a:lstStyle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t>Product Information Service</a:t>
                </a:r>
              </a:p>
            </p:txBody>
          </p:sp>
        </p:grpSp>
        <p:pic>
          <p:nvPicPr>
            <p:cNvPr id="45" name="Grafik 44">
              <a:extLst>
                <a:ext uri="{FF2B5EF4-FFF2-40B4-BE49-F238E27FC236}">
                  <a16:creationId xmlns:a16="http://schemas.microsoft.com/office/drawing/2014/main" id="{ECB8C35F-278B-B6E0-FA58-1441D2B173E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68593" y="1621122"/>
              <a:ext cx="457576" cy="455738"/>
            </a:xfrm>
            <a:prstGeom prst="rect">
              <a:avLst/>
            </a:prstGeom>
          </p:spPr>
        </p:pic>
      </p:grpSp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5BADABF7-00EE-CFF7-6F01-E990DC8039B0}"/>
              </a:ext>
            </a:extLst>
          </p:cNvPr>
          <p:cNvGrpSpPr/>
          <p:nvPr/>
        </p:nvGrpSpPr>
        <p:grpSpPr>
          <a:xfrm>
            <a:off x="5545809" y="398959"/>
            <a:ext cx="1574621" cy="1117576"/>
            <a:chOff x="6012623" y="1427988"/>
            <a:chExt cx="1574621" cy="1117576"/>
          </a:xfrm>
        </p:grpSpPr>
        <p:grpSp>
          <p:nvGrpSpPr>
            <p:cNvPr id="82" name="Gruppieren 81">
              <a:extLst>
                <a:ext uri="{FF2B5EF4-FFF2-40B4-BE49-F238E27FC236}">
                  <a16:creationId xmlns:a16="http://schemas.microsoft.com/office/drawing/2014/main" id="{9D15603B-E91A-610F-EAD3-6F5448723ACF}"/>
                </a:ext>
              </a:extLst>
            </p:cNvPr>
            <p:cNvGrpSpPr/>
            <p:nvPr/>
          </p:nvGrpSpPr>
          <p:grpSpPr>
            <a:xfrm>
              <a:off x="6012623" y="1427988"/>
              <a:ext cx="1574621" cy="1117576"/>
              <a:chOff x="6012623" y="1427988"/>
              <a:chExt cx="1574621" cy="1117576"/>
            </a:xfrm>
          </p:grpSpPr>
          <p:grpSp>
            <p:nvGrpSpPr>
              <p:cNvPr id="84" name="Gruppieren 83">
                <a:extLst>
                  <a:ext uri="{FF2B5EF4-FFF2-40B4-BE49-F238E27FC236}">
                    <a16:creationId xmlns:a16="http://schemas.microsoft.com/office/drawing/2014/main" id="{CC04DD80-D8A0-7F35-9EFB-571A343D77F4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6049526" y="1427988"/>
                <a:ext cx="1342618" cy="842006"/>
                <a:chOff x="8328248" y="1523525"/>
                <a:chExt cx="1342618" cy="842006"/>
              </a:xfrm>
              <a:effectLst/>
            </p:grpSpPr>
            <p:grpSp>
              <p:nvGrpSpPr>
                <p:cNvPr id="86" name="Gruppieren 85">
                  <a:extLst>
                    <a:ext uri="{FF2B5EF4-FFF2-40B4-BE49-F238E27FC236}">
                      <a16:creationId xmlns:a16="http://schemas.microsoft.com/office/drawing/2014/main" id="{4563A5A6-17CF-0094-D1AD-247271CED85A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487615" y="1523525"/>
                  <a:ext cx="1183251" cy="842006"/>
                  <a:chOff x="8487615" y="1523525"/>
                  <a:chExt cx="1183251" cy="842006"/>
                </a:xfrm>
              </p:grpSpPr>
              <p:sp>
                <p:nvSpPr>
                  <p:cNvPr id="106" name="Box BG Black">
                    <a:extLst>
                      <a:ext uri="{FF2B5EF4-FFF2-40B4-BE49-F238E27FC236}">
                        <a16:creationId xmlns:a16="http://schemas.microsoft.com/office/drawing/2014/main" id="{1EDEA3E8-422D-4FAA-0A27-6D64333ECF24}"/>
                      </a:ext>
                    </a:extLst>
                  </p:cNvPr>
                  <p:cNvSpPr/>
                  <p:nvPr/>
                </p:nvSpPr>
                <p:spPr>
                  <a:xfrm>
                    <a:off x="8487615" y="1523525"/>
                    <a:ext cx="1183036" cy="842006"/>
                  </a:xfrm>
                  <a:prstGeom prst="roundRect">
                    <a:avLst/>
                  </a:prstGeom>
                  <a:solidFill>
                    <a:schemeClr val="tx1">
                      <a:lumMod val="75000"/>
                      <a:lumOff val="25000"/>
                    </a:schemeClr>
                  </a:solidFill>
                  <a:ln>
                    <a:noFill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107" name="Box Dock">
                    <a:extLst>
                      <a:ext uri="{FF2B5EF4-FFF2-40B4-BE49-F238E27FC236}">
                        <a16:creationId xmlns:a16="http://schemas.microsoft.com/office/drawing/2014/main" id="{BA004696-6685-5AAA-244D-E06EE95B857D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85412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114" name="Box Dock BB">
                      <a:extLst>
                        <a:ext uri="{FF2B5EF4-FFF2-40B4-BE49-F238E27FC236}">
                          <a16:creationId xmlns:a16="http://schemas.microsoft.com/office/drawing/2014/main" id="{684F6BF7-AD63-54BB-C5AC-03AB50703EA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15" name="Box Dock TT">
                      <a:extLst>
                        <a:ext uri="{FF2B5EF4-FFF2-40B4-BE49-F238E27FC236}">
                          <a16:creationId xmlns:a16="http://schemas.microsoft.com/office/drawing/2014/main" id="{BCFE1CE3-8698-5F46-5A67-499884B6222F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16" name="Box Dock TM">
                      <a:extLst>
                        <a:ext uri="{FF2B5EF4-FFF2-40B4-BE49-F238E27FC236}">
                          <a16:creationId xmlns:a16="http://schemas.microsoft.com/office/drawing/2014/main" id="{E3108F07-F193-8597-0E5F-ECE758A5A36C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17" name="Box Dock BM">
                      <a:extLst>
                        <a:ext uri="{FF2B5EF4-FFF2-40B4-BE49-F238E27FC236}">
                          <a16:creationId xmlns:a16="http://schemas.microsoft.com/office/drawing/2014/main" id="{BD40A739-9F01-7E0D-5842-D143B14CFE45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18" name="Box Dock TM">
                      <a:extLst>
                        <a:ext uri="{FF2B5EF4-FFF2-40B4-BE49-F238E27FC236}">
                          <a16:creationId xmlns:a16="http://schemas.microsoft.com/office/drawing/2014/main" id="{5FE066A5-E747-1188-A2FC-C7A201DFF54A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  <p:grpSp>
                <p:nvGrpSpPr>
                  <p:cNvPr id="108" name="Box Dock">
                    <a:extLst>
                      <a:ext uri="{FF2B5EF4-FFF2-40B4-BE49-F238E27FC236}">
                        <a16:creationId xmlns:a16="http://schemas.microsoft.com/office/drawing/2014/main" id="{EAC56948-2A04-551C-5209-08FD6D4D4285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487615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109" name="Box Dock BB">
                      <a:extLst>
                        <a:ext uri="{FF2B5EF4-FFF2-40B4-BE49-F238E27FC236}">
                          <a16:creationId xmlns:a16="http://schemas.microsoft.com/office/drawing/2014/main" id="{812773BD-A727-BECD-4955-E8CFC4D71F71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10" name="Box Dock TT">
                      <a:extLst>
                        <a:ext uri="{FF2B5EF4-FFF2-40B4-BE49-F238E27FC236}">
                          <a16:creationId xmlns:a16="http://schemas.microsoft.com/office/drawing/2014/main" id="{41274E49-76EA-79B2-C769-BC9C85035A8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11" name="Box Dock TM">
                      <a:extLst>
                        <a:ext uri="{FF2B5EF4-FFF2-40B4-BE49-F238E27FC236}">
                          <a16:creationId xmlns:a16="http://schemas.microsoft.com/office/drawing/2014/main" id="{BCADB1C4-8DDF-6ED0-71F4-2E094BC62ACE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12" name="Box Dock BM">
                      <a:extLst>
                        <a:ext uri="{FF2B5EF4-FFF2-40B4-BE49-F238E27FC236}">
                          <a16:creationId xmlns:a16="http://schemas.microsoft.com/office/drawing/2014/main" id="{63B5D5C0-14D7-E0B6-3D3C-17C11E65872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13" name="Box Dock TM">
                      <a:extLst>
                        <a:ext uri="{FF2B5EF4-FFF2-40B4-BE49-F238E27FC236}">
                          <a16:creationId xmlns:a16="http://schemas.microsoft.com/office/drawing/2014/main" id="{624D071C-E288-787D-AD86-D8984AEA77B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87" name="Gruppieren 86">
                  <a:extLst>
                    <a:ext uri="{FF2B5EF4-FFF2-40B4-BE49-F238E27FC236}">
                      <a16:creationId xmlns:a16="http://schemas.microsoft.com/office/drawing/2014/main" id="{B2CF01EA-802B-3A6B-3D79-CCE77340C3BD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9345471" y="1569340"/>
                  <a:ext cx="283804" cy="750377"/>
                  <a:chOff x="9345471" y="1569340"/>
                  <a:chExt cx="283804" cy="750377"/>
                </a:xfrm>
              </p:grpSpPr>
              <p:sp>
                <p:nvSpPr>
                  <p:cNvPr id="99" name="Box BG Black">
                    <a:extLst>
                      <a:ext uri="{FF2B5EF4-FFF2-40B4-BE49-F238E27FC236}">
                        <a16:creationId xmlns:a16="http://schemas.microsoft.com/office/drawing/2014/main" id="{68830943-8230-4113-F6F2-BA8543E313E9}"/>
                      </a:ext>
                    </a:extLst>
                  </p:cNvPr>
                  <p:cNvSpPr/>
                  <p:nvPr/>
                </p:nvSpPr>
                <p:spPr>
                  <a:xfrm>
                    <a:off x="9345471" y="1569340"/>
                    <a:ext cx="283804" cy="750377"/>
                  </a:xfrm>
                  <a:prstGeom prst="roundRect">
                    <a:avLst>
                      <a:gd name="adj" fmla="val 50000"/>
                    </a:avLst>
                  </a:prstGeom>
                  <a:gradFill flip="none" rotWithShape="1">
                    <a:gsLst>
                      <a:gs pos="0">
                        <a:srgbClr val="604A7B"/>
                      </a:gs>
                      <a:gs pos="100000">
                        <a:srgbClr val="FF07ED"/>
                      </a:gs>
                    </a:gsLst>
                    <a:lin ang="0" scaled="1"/>
                    <a:tileRect/>
                  </a:gradFill>
                  <a:ln w="25400" cap="flat" cmpd="sng" algn="ctr">
                    <a:noFill/>
                    <a:prstDash val="solid"/>
                  </a:ln>
                  <a:effectLst/>
                </p:spPr>
                <p:txBody>
                  <a:bodyPr vert="vert270" lIns="36000" rtlCol="0" anchor="t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300" b="1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100" name="Box Dock">
                    <a:extLst>
                      <a:ext uri="{FF2B5EF4-FFF2-40B4-BE49-F238E27FC236}">
                        <a16:creationId xmlns:a16="http://schemas.microsoft.com/office/drawing/2014/main" id="{38647530-0F10-AC35-8B4D-873CF61DEB08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43391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101" name="DAL Dock BB">
                      <a:extLst>
                        <a:ext uri="{FF2B5EF4-FFF2-40B4-BE49-F238E27FC236}">
                          <a16:creationId xmlns:a16="http://schemas.microsoft.com/office/drawing/2014/main" id="{40359E17-FBE8-2F92-CBB2-DB0447F56089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02" name="DAL Dock BM">
                      <a:extLst>
                        <a:ext uri="{FF2B5EF4-FFF2-40B4-BE49-F238E27FC236}">
                          <a16:creationId xmlns:a16="http://schemas.microsoft.com/office/drawing/2014/main" id="{6124C609-D0CB-2E40-2886-79A5536AB15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03" name="DAL Dock MM">
                      <a:extLst>
                        <a:ext uri="{FF2B5EF4-FFF2-40B4-BE49-F238E27FC236}">
                          <a16:creationId xmlns:a16="http://schemas.microsoft.com/office/drawing/2014/main" id="{49C4AEFF-0916-F163-EC35-A821A831BAA6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04" name="DAL Dock TM">
                      <a:extLst>
                        <a:ext uri="{FF2B5EF4-FFF2-40B4-BE49-F238E27FC236}">
                          <a16:creationId xmlns:a16="http://schemas.microsoft.com/office/drawing/2014/main" id="{911540E6-9DDA-E183-828D-3BFAD9929F0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05" name="DAL Dock TT">
                      <a:extLst>
                        <a:ext uri="{FF2B5EF4-FFF2-40B4-BE49-F238E27FC236}">
                          <a16:creationId xmlns:a16="http://schemas.microsoft.com/office/drawing/2014/main" id="{99E06EE1-B748-B724-7905-3767BE82CFD8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88" name="Gruppieren 87">
                  <a:extLst>
                    <a:ext uri="{FF2B5EF4-FFF2-40B4-BE49-F238E27FC236}">
                      <a16:creationId xmlns:a16="http://schemas.microsoft.com/office/drawing/2014/main" id="{11537F78-B353-8E98-234F-962CFCAB5411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328248" y="1569340"/>
                  <a:ext cx="486693" cy="750377"/>
                  <a:chOff x="8328248" y="1569340"/>
                  <a:chExt cx="486693" cy="750377"/>
                </a:xfrm>
              </p:grpSpPr>
              <p:sp>
                <p:nvSpPr>
                  <p:cNvPr id="92" name="PL BG Blue">
                    <a:extLst>
                      <a:ext uri="{FF2B5EF4-FFF2-40B4-BE49-F238E27FC236}">
                        <a16:creationId xmlns:a16="http://schemas.microsoft.com/office/drawing/2014/main" id="{8B81775F-DC89-058F-F500-4797F32E459E}"/>
                      </a:ext>
                    </a:extLst>
                  </p:cNvPr>
                  <p:cNvSpPr/>
                  <p:nvPr/>
                </p:nvSpPr>
                <p:spPr>
                  <a:xfrm>
                    <a:off x="8328248" y="1569340"/>
                    <a:ext cx="486693" cy="750377"/>
                  </a:xfrm>
                  <a:prstGeom prst="roundRect">
                    <a:avLst>
                      <a:gd name="adj" fmla="val 26461"/>
                    </a:avLst>
                  </a:prstGeom>
                  <a:gradFill flip="none" rotWithShape="1">
                    <a:gsLst>
                      <a:gs pos="0">
                        <a:srgbClr val="00B0F0">
                          <a:shade val="30000"/>
                          <a:satMod val="115000"/>
                        </a:srgbClr>
                      </a:gs>
                      <a:gs pos="100000">
                        <a:srgbClr val="00B0F0">
                          <a:shade val="100000"/>
                          <a:satMod val="115000"/>
                        </a:srgbClr>
                      </a:gs>
                    </a:gsLst>
                    <a:lin ang="0" scaled="1"/>
                    <a:tileRect/>
                  </a:gradFill>
                  <a:ln w="25400" cap="flat" cmpd="sng" algn="ctr">
                    <a:noFill/>
                    <a:prstDash val="solid"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vert="vert270" wrap="none" lIns="0" tIns="0" rIns="0" bIns="0" rtlCol="0" anchor="t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200" b="1" i="0" u="none" strike="noStrike" kern="100" cap="none" spc="-5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rPr>
                      <a:t>HTTP API</a:t>
                    </a:r>
                  </a:p>
                </p:txBody>
              </p:sp>
              <p:grpSp>
                <p:nvGrpSpPr>
                  <p:cNvPr id="93" name="Box Dock">
                    <a:extLst>
                      <a:ext uri="{FF2B5EF4-FFF2-40B4-BE49-F238E27FC236}">
                        <a16:creationId xmlns:a16="http://schemas.microsoft.com/office/drawing/2014/main" id="{25E7E5C0-0B00-123D-CEB9-93CA7036A886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328248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94" name="PL Dock BB">
                      <a:extLst>
                        <a:ext uri="{FF2B5EF4-FFF2-40B4-BE49-F238E27FC236}">
                          <a16:creationId xmlns:a16="http://schemas.microsoft.com/office/drawing/2014/main" id="{C9FC6973-44DE-BA9D-3043-B251C9A3066C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95" name="PL Dock BM">
                      <a:extLst>
                        <a:ext uri="{FF2B5EF4-FFF2-40B4-BE49-F238E27FC236}">
                          <a16:creationId xmlns:a16="http://schemas.microsoft.com/office/drawing/2014/main" id="{0A86B8FE-D56D-D96D-E051-66070CF11A5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96" name="PL Dock MM">
                      <a:extLst>
                        <a:ext uri="{FF2B5EF4-FFF2-40B4-BE49-F238E27FC236}">
                          <a16:creationId xmlns:a16="http://schemas.microsoft.com/office/drawing/2014/main" id="{C0B944A1-A9D6-70D1-7870-88AF70222EEE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97" name="PL Dock TM">
                      <a:extLst>
                        <a:ext uri="{FF2B5EF4-FFF2-40B4-BE49-F238E27FC236}">
                          <a16:creationId xmlns:a16="http://schemas.microsoft.com/office/drawing/2014/main" id="{B405EDFC-1EE6-E41D-CF1E-93FBD78A020B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98" name="PL Dock TT">
                      <a:extLst>
                        <a:ext uri="{FF2B5EF4-FFF2-40B4-BE49-F238E27FC236}">
                          <a16:creationId xmlns:a16="http://schemas.microsoft.com/office/drawing/2014/main" id="{FA4074BC-756D-E288-E335-3A52C24FC4D7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89" name="BLL">
                  <a:extLst>
                    <a:ext uri="{FF2B5EF4-FFF2-40B4-BE49-F238E27FC236}">
                      <a16:creationId xmlns:a16="http://schemas.microsoft.com/office/drawing/2014/main" id="{0E8D5EB1-B945-F7B0-B201-B2B91316AD7A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8590275" y="1632089"/>
                  <a:ext cx="977716" cy="624878"/>
                  <a:chOff x="8590275" y="1632089"/>
                  <a:chExt cx="977716" cy="624878"/>
                </a:xfrm>
              </p:grpSpPr>
              <p:sp>
                <p:nvSpPr>
                  <p:cNvPr id="90" name="BLL BG White">
                    <a:extLst>
                      <a:ext uri="{FF2B5EF4-FFF2-40B4-BE49-F238E27FC236}">
                        <a16:creationId xmlns:a16="http://schemas.microsoft.com/office/drawing/2014/main" id="{702CB7D6-FACD-563D-4E87-60BAC28EF765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590275" y="1632089"/>
                    <a:ext cx="977716" cy="624878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91" name="BLL BG White">
                    <a:extLst>
                      <a:ext uri="{FF2B5EF4-FFF2-40B4-BE49-F238E27FC236}">
                        <a16:creationId xmlns:a16="http://schemas.microsoft.com/office/drawing/2014/main" id="{3FFFBB5C-528E-A713-3C3D-932631E33635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616672" y="1654783"/>
                    <a:ext cx="924923" cy="579490"/>
                  </a:xfrm>
                  <a:prstGeom prst="roundRect">
                    <a:avLst/>
                  </a:prstGeom>
                  <a:noFill/>
                  <a:ln>
                    <a:solidFill>
                      <a:srgbClr val="FF9C4B"/>
                    </a:solidFill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</p:grpSp>
          </p:grpSp>
          <p:sp>
            <p:nvSpPr>
              <p:cNvPr id="85" name="Textfeld 84">
                <a:extLst>
                  <a:ext uri="{FF2B5EF4-FFF2-40B4-BE49-F238E27FC236}">
                    <a16:creationId xmlns:a16="http://schemas.microsoft.com/office/drawing/2014/main" id="{5AC352C2-3D44-0F92-BD58-F695FFBCF6C0}"/>
                  </a:ext>
                </a:extLst>
              </p:cNvPr>
              <p:cNvSpPr txBox="1"/>
              <p:nvPr/>
            </p:nvSpPr>
            <p:spPr>
              <a:xfrm>
                <a:off x="6012623" y="2287032"/>
                <a:ext cx="1574621" cy="258532"/>
              </a:xfrm>
              <a:prstGeom prst="rect">
                <a:avLst/>
              </a:prstGeom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ctr">
                  <a:lnSpc>
                    <a:spcPct val="90000"/>
                  </a:lnSpc>
                  <a:defRPr sz="1200" kern="0"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Calibri" pitchFamily="34" charset="0"/>
                    <a:cs typeface="Calibri" pitchFamily="34" charset="0"/>
                  </a:defRPr>
                </a:lvl1pPr>
              </a:lstStyle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t>Order Service</a:t>
                </a:r>
              </a:p>
            </p:txBody>
          </p:sp>
        </p:grpSp>
        <p:pic>
          <p:nvPicPr>
            <p:cNvPr id="83" name="Grafik 82">
              <a:extLst>
                <a:ext uri="{FF2B5EF4-FFF2-40B4-BE49-F238E27FC236}">
                  <a16:creationId xmlns:a16="http://schemas.microsoft.com/office/drawing/2014/main" id="{905B474B-4524-2ADA-7361-22085F02310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68593" y="1621122"/>
              <a:ext cx="457576" cy="455738"/>
            </a:xfrm>
            <a:prstGeom prst="rect">
              <a:avLst/>
            </a:prstGeom>
          </p:spPr>
        </p:pic>
      </p:grpSp>
      <p:grpSp>
        <p:nvGrpSpPr>
          <p:cNvPr id="119" name="Gruppieren 118">
            <a:extLst>
              <a:ext uri="{FF2B5EF4-FFF2-40B4-BE49-F238E27FC236}">
                <a16:creationId xmlns:a16="http://schemas.microsoft.com/office/drawing/2014/main" id="{14AA8743-36B8-F828-470E-F08682DCADE3}"/>
              </a:ext>
            </a:extLst>
          </p:cNvPr>
          <p:cNvGrpSpPr/>
          <p:nvPr/>
        </p:nvGrpSpPr>
        <p:grpSpPr>
          <a:xfrm>
            <a:off x="7241107" y="398959"/>
            <a:ext cx="1732083" cy="1117576"/>
            <a:chOff x="7840166" y="1427988"/>
            <a:chExt cx="1732083" cy="1117576"/>
          </a:xfrm>
        </p:grpSpPr>
        <p:grpSp>
          <p:nvGrpSpPr>
            <p:cNvPr id="120" name="Gruppieren 119">
              <a:extLst>
                <a:ext uri="{FF2B5EF4-FFF2-40B4-BE49-F238E27FC236}">
                  <a16:creationId xmlns:a16="http://schemas.microsoft.com/office/drawing/2014/main" id="{F735D406-A8C0-9381-7E97-BE38D3808689}"/>
                </a:ext>
              </a:extLst>
            </p:cNvPr>
            <p:cNvGrpSpPr/>
            <p:nvPr/>
          </p:nvGrpSpPr>
          <p:grpSpPr>
            <a:xfrm>
              <a:off x="7840166" y="1427988"/>
              <a:ext cx="1732083" cy="1117576"/>
              <a:chOff x="5933892" y="1427988"/>
              <a:chExt cx="1732083" cy="1117576"/>
            </a:xfrm>
          </p:grpSpPr>
          <p:grpSp>
            <p:nvGrpSpPr>
              <p:cNvPr id="124" name="Gruppieren 123">
                <a:extLst>
                  <a:ext uri="{FF2B5EF4-FFF2-40B4-BE49-F238E27FC236}">
                    <a16:creationId xmlns:a16="http://schemas.microsoft.com/office/drawing/2014/main" id="{A0832CE1-CD34-DA51-4E7B-FAB7D189CD2F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6049526" y="1427988"/>
                <a:ext cx="1342618" cy="842006"/>
                <a:chOff x="8328248" y="1523525"/>
                <a:chExt cx="1342618" cy="842006"/>
              </a:xfrm>
              <a:effectLst/>
            </p:grpSpPr>
            <p:grpSp>
              <p:nvGrpSpPr>
                <p:cNvPr id="126" name="Gruppieren 125">
                  <a:extLst>
                    <a:ext uri="{FF2B5EF4-FFF2-40B4-BE49-F238E27FC236}">
                      <a16:creationId xmlns:a16="http://schemas.microsoft.com/office/drawing/2014/main" id="{86439CFA-3565-8766-66EE-9DF576666045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487615" y="1523525"/>
                  <a:ext cx="1183251" cy="842006"/>
                  <a:chOff x="8487615" y="1523525"/>
                  <a:chExt cx="1183251" cy="842006"/>
                </a:xfrm>
              </p:grpSpPr>
              <p:sp>
                <p:nvSpPr>
                  <p:cNvPr id="144" name="Box BG Black">
                    <a:extLst>
                      <a:ext uri="{FF2B5EF4-FFF2-40B4-BE49-F238E27FC236}">
                        <a16:creationId xmlns:a16="http://schemas.microsoft.com/office/drawing/2014/main" id="{ED278FD8-8652-5D60-E39B-F76633C2AA2B}"/>
                      </a:ext>
                    </a:extLst>
                  </p:cNvPr>
                  <p:cNvSpPr/>
                  <p:nvPr/>
                </p:nvSpPr>
                <p:spPr>
                  <a:xfrm>
                    <a:off x="8487615" y="1523525"/>
                    <a:ext cx="1183036" cy="842006"/>
                  </a:xfrm>
                  <a:prstGeom prst="roundRect">
                    <a:avLst/>
                  </a:prstGeom>
                  <a:solidFill>
                    <a:schemeClr val="tx1">
                      <a:lumMod val="75000"/>
                      <a:lumOff val="25000"/>
                    </a:schemeClr>
                  </a:solidFill>
                  <a:ln>
                    <a:noFill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145" name="Box Dock">
                    <a:extLst>
                      <a:ext uri="{FF2B5EF4-FFF2-40B4-BE49-F238E27FC236}">
                        <a16:creationId xmlns:a16="http://schemas.microsoft.com/office/drawing/2014/main" id="{65C0CAE6-D8E2-5E29-0215-AAF05B13056C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85412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152" name="Box Dock BB">
                      <a:extLst>
                        <a:ext uri="{FF2B5EF4-FFF2-40B4-BE49-F238E27FC236}">
                          <a16:creationId xmlns:a16="http://schemas.microsoft.com/office/drawing/2014/main" id="{0473AB27-9DE2-CBA4-11BD-A56FF56669A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53" name="Box Dock TT">
                      <a:extLst>
                        <a:ext uri="{FF2B5EF4-FFF2-40B4-BE49-F238E27FC236}">
                          <a16:creationId xmlns:a16="http://schemas.microsoft.com/office/drawing/2014/main" id="{F2B31499-8BD8-7978-F5AF-4814E4826BA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54" name="Box Dock TM">
                      <a:extLst>
                        <a:ext uri="{FF2B5EF4-FFF2-40B4-BE49-F238E27FC236}">
                          <a16:creationId xmlns:a16="http://schemas.microsoft.com/office/drawing/2014/main" id="{DB5397C1-0C2F-75D6-4A90-7AF4240034F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55" name="Box Dock BM">
                      <a:extLst>
                        <a:ext uri="{FF2B5EF4-FFF2-40B4-BE49-F238E27FC236}">
                          <a16:creationId xmlns:a16="http://schemas.microsoft.com/office/drawing/2014/main" id="{CD77427B-A914-788B-9574-71E81076103A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56" name="Box Dock TM">
                      <a:extLst>
                        <a:ext uri="{FF2B5EF4-FFF2-40B4-BE49-F238E27FC236}">
                          <a16:creationId xmlns:a16="http://schemas.microsoft.com/office/drawing/2014/main" id="{5A0104BA-EDA4-507F-4C9E-3B69F9F11CB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  <p:grpSp>
                <p:nvGrpSpPr>
                  <p:cNvPr id="146" name="Box Dock">
                    <a:extLst>
                      <a:ext uri="{FF2B5EF4-FFF2-40B4-BE49-F238E27FC236}">
                        <a16:creationId xmlns:a16="http://schemas.microsoft.com/office/drawing/2014/main" id="{95C5F4DF-CADB-18D8-FB54-D431CE7DFBB1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487615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147" name="Box Dock BB">
                      <a:extLst>
                        <a:ext uri="{FF2B5EF4-FFF2-40B4-BE49-F238E27FC236}">
                          <a16:creationId xmlns:a16="http://schemas.microsoft.com/office/drawing/2014/main" id="{B21D4057-EEE8-0B6A-654C-56CFD2C99A6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48" name="Box Dock TT">
                      <a:extLst>
                        <a:ext uri="{FF2B5EF4-FFF2-40B4-BE49-F238E27FC236}">
                          <a16:creationId xmlns:a16="http://schemas.microsoft.com/office/drawing/2014/main" id="{F6AE085B-03E9-82F7-6750-2B89B9666957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49" name="Box Dock TM">
                      <a:extLst>
                        <a:ext uri="{FF2B5EF4-FFF2-40B4-BE49-F238E27FC236}">
                          <a16:creationId xmlns:a16="http://schemas.microsoft.com/office/drawing/2014/main" id="{CA237528-EB5A-57F4-6316-7525953F2C57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50" name="Box Dock BM">
                      <a:extLst>
                        <a:ext uri="{FF2B5EF4-FFF2-40B4-BE49-F238E27FC236}">
                          <a16:creationId xmlns:a16="http://schemas.microsoft.com/office/drawing/2014/main" id="{BEAF77FD-18A2-868A-7D09-B5B7C46B2099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51" name="Box Dock TM">
                      <a:extLst>
                        <a:ext uri="{FF2B5EF4-FFF2-40B4-BE49-F238E27FC236}">
                          <a16:creationId xmlns:a16="http://schemas.microsoft.com/office/drawing/2014/main" id="{195F15F5-6DD8-2A1C-71D2-99D70CC3FF2F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127" name="Box Dock">
                  <a:extLst>
                    <a:ext uri="{FF2B5EF4-FFF2-40B4-BE49-F238E27FC236}">
                      <a16:creationId xmlns:a16="http://schemas.microsoft.com/office/drawing/2014/main" id="{5F2A2B37-EA74-04F8-08F9-8FBFBD055C79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9543391" y="1686102"/>
                  <a:ext cx="85454" cy="516852"/>
                  <a:chOff x="6734408" y="1594976"/>
                  <a:chExt cx="85454" cy="625391"/>
                </a:xfrm>
                <a:solidFill>
                  <a:srgbClr val="D99694">
                    <a:alpha val="0"/>
                  </a:srgbClr>
                </a:solidFill>
              </p:grpSpPr>
              <p:sp>
                <p:nvSpPr>
                  <p:cNvPr id="139" name="DAL Dock BB">
                    <a:extLst>
                      <a:ext uri="{FF2B5EF4-FFF2-40B4-BE49-F238E27FC236}">
                        <a16:creationId xmlns:a16="http://schemas.microsoft.com/office/drawing/2014/main" id="{7BC17B8E-09F1-050A-9C2D-4375BAABE2F8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2126368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40" name="DAL Dock BM">
                    <a:extLst>
                      <a:ext uri="{FF2B5EF4-FFF2-40B4-BE49-F238E27FC236}">
                        <a16:creationId xmlns:a16="http://schemas.microsoft.com/office/drawing/2014/main" id="{F95D6491-6B82-45E6-9751-68A2912973D6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993521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41" name="DAL Dock MM">
                    <a:extLst>
                      <a:ext uri="{FF2B5EF4-FFF2-40B4-BE49-F238E27FC236}">
                        <a16:creationId xmlns:a16="http://schemas.microsoft.com/office/drawing/2014/main" id="{8ED670DB-2B34-D742-DB3C-BC83217F9FB6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860673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42" name="DAL Dock TM">
                    <a:extLst>
                      <a:ext uri="{FF2B5EF4-FFF2-40B4-BE49-F238E27FC236}">
                        <a16:creationId xmlns:a16="http://schemas.microsoft.com/office/drawing/2014/main" id="{51BC8D51-196C-FA18-C497-F250FD3307CE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727824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43" name="DAL Dock TT">
                    <a:extLst>
                      <a:ext uri="{FF2B5EF4-FFF2-40B4-BE49-F238E27FC236}">
                        <a16:creationId xmlns:a16="http://schemas.microsoft.com/office/drawing/2014/main" id="{698E57CB-558A-0514-5533-4ED262008F05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594976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128" name="Gruppieren 127">
                  <a:extLst>
                    <a:ext uri="{FF2B5EF4-FFF2-40B4-BE49-F238E27FC236}">
                      <a16:creationId xmlns:a16="http://schemas.microsoft.com/office/drawing/2014/main" id="{21A9E8B7-7AC9-8D68-DE34-E378E0800626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328248" y="1569340"/>
                  <a:ext cx="486693" cy="750377"/>
                  <a:chOff x="8328248" y="1569340"/>
                  <a:chExt cx="486693" cy="750377"/>
                </a:xfrm>
              </p:grpSpPr>
              <p:sp>
                <p:nvSpPr>
                  <p:cNvPr id="132" name="PL BG Blue">
                    <a:extLst>
                      <a:ext uri="{FF2B5EF4-FFF2-40B4-BE49-F238E27FC236}">
                        <a16:creationId xmlns:a16="http://schemas.microsoft.com/office/drawing/2014/main" id="{11F78DD7-5ED7-86C3-7B6F-C7BA8687B96C}"/>
                      </a:ext>
                    </a:extLst>
                  </p:cNvPr>
                  <p:cNvSpPr/>
                  <p:nvPr/>
                </p:nvSpPr>
                <p:spPr>
                  <a:xfrm>
                    <a:off x="8328248" y="1569340"/>
                    <a:ext cx="486693" cy="750377"/>
                  </a:xfrm>
                  <a:prstGeom prst="roundRect">
                    <a:avLst>
                      <a:gd name="adj" fmla="val 26461"/>
                    </a:avLst>
                  </a:prstGeom>
                  <a:gradFill flip="none" rotWithShape="1">
                    <a:gsLst>
                      <a:gs pos="0">
                        <a:srgbClr val="00B0F0">
                          <a:shade val="30000"/>
                          <a:satMod val="115000"/>
                        </a:srgbClr>
                      </a:gs>
                      <a:gs pos="100000">
                        <a:srgbClr val="00B0F0">
                          <a:shade val="100000"/>
                          <a:satMod val="115000"/>
                        </a:srgbClr>
                      </a:gs>
                    </a:gsLst>
                    <a:lin ang="0" scaled="1"/>
                    <a:tileRect/>
                  </a:gradFill>
                  <a:ln w="25400" cap="flat" cmpd="sng" algn="ctr">
                    <a:noFill/>
                    <a:prstDash val="solid"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vert="vert270" wrap="none" lIns="0" tIns="0" rIns="0" bIns="0" rtlCol="0" anchor="t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200" b="1" i="0" u="none" strike="noStrike" kern="100" cap="none" spc="-5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rPr>
                      <a:t>SQL API</a:t>
                    </a:r>
                  </a:p>
                </p:txBody>
              </p:sp>
              <p:grpSp>
                <p:nvGrpSpPr>
                  <p:cNvPr id="133" name="Box Dock">
                    <a:extLst>
                      <a:ext uri="{FF2B5EF4-FFF2-40B4-BE49-F238E27FC236}">
                        <a16:creationId xmlns:a16="http://schemas.microsoft.com/office/drawing/2014/main" id="{8B11F2C2-BECA-96E1-D4C5-AF25B4C7932C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328248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134" name="PL Dock BB">
                      <a:extLst>
                        <a:ext uri="{FF2B5EF4-FFF2-40B4-BE49-F238E27FC236}">
                          <a16:creationId xmlns:a16="http://schemas.microsoft.com/office/drawing/2014/main" id="{8F908B2D-42EA-9DEE-E158-CBB0AD5B78C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35" name="PL Dock BM">
                      <a:extLst>
                        <a:ext uri="{FF2B5EF4-FFF2-40B4-BE49-F238E27FC236}">
                          <a16:creationId xmlns:a16="http://schemas.microsoft.com/office/drawing/2014/main" id="{F0AD8C80-9A24-6B54-5D0A-E463E97DBF07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36" name="PL Dock MM">
                      <a:extLst>
                        <a:ext uri="{FF2B5EF4-FFF2-40B4-BE49-F238E27FC236}">
                          <a16:creationId xmlns:a16="http://schemas.microsoft.com/office/drawing/2014/main" id="{40119626-F033-1286-DAA8-11738B04E1C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37" name="PL Dock TM">
                      <a:extLst>
                        <a:ext uri="{FF2B5EF4-FFF2-40B4-BE49-F238E27FC236}">
                          <a16:creationId xmlns:a16="http://schemas.microsoft.com/office/drawing/2014/main" id="{D035D7C1-B3AE-0C8F-8208-C86102D4489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38" name="PL Dock TT">
                      <a:extLst>
                        <a:ext uri="{FF2B5EF4-FFF2-40B4-BE49-F238E27FC236}">
                          <a16:creationId xmlns:a16="http://schemas.microsoft.com/office/drawing/2014/main" id="{E63BF196-3706-F07E-CCDF-9FD628D9784B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129" name="BLL">
                  <a:extLst>
                    <a:ext uri="{FF2B5EF4-FFF2-40B4-BE49-F238E27FC236}">
                      <a16:creationId xmlns:a16="http://schemas.microsoft.com/office/drawing/2014/main" id="{5AA31312-0A50-B9FD-DAF0-484CEE5EA80D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8590275" y="1632089"/>
                  <a:ext cx="977716" cy="624878"/>
                  <a:chOff x="8590275" y="1632089"/>
                  <a:chExt cx="977716" cy="624878"/>
                </a:xfrm>
              </p:grpSpPr>
              <p:sp>
                <p:nvSpPr>
                  <p:cNvPr id="130" name="BLL BG White">
                    <a:extLst>
                      <a:ext uri="{FF2B5EF4-FFF2-40B4-BE49-F238E27FC236}">
                        <a16:creationId xmlns:a16="http://schemas.microsoft.com/office/drawing/2014/main" id="{83862FE4-D4CB-A20C-CBC4-F18456208F83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590275" y="1632089"/>
                    <a:ext cx="977716" cy="624878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31" name="BLL BG White">
                    <a:extLst>
                      <a:ext uri="{FF2B5EF4-FFF2-40B4-BE49-F238E27FC236}">
                        <a16:creationId xmlns:a16="http://schemas.microsoft.com/office/drawing/2014/main" id="{6E9E04E5-7785-6421-AA59-56068C7CCDA6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616672" y="1654783"/>
                    <a:ext cx="924923" cy="579490"/>
                  </a:xfrm>
                  <a:prstGeom prst="roundRect">
                    <a:avLst/>
                  </a:prstGeom>
                  <a:noFill/>
                  <a:ln>
                    <a:solidFill>
                      <a:srgbClr val="C52EBE"/>
                    </a:solidFill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</p:grpSp>
          </p:grpSp>
          <p:sp>
            <p:nvSpPr>
              <p:cNvPr id="125" name="Textfeld 124">
                <a:extLst>
                  <a:ext uri="{FF2B5EF4-FFF2-40B4-BE49-F238E27FC236}">
                    <a16:creationId xmlns:a16="http://schemas.microsoft.com/office/drawing/2014/main" id="{387BC0BB-5ADC-BB75-CE19-7FA4A33FB21C}"/>
                  </a:ext>
                </a:extLst>
              </p:cNvPr>
              <p:cNvSpPr txBox="1"/>
              <p:nvPr/>
            </p:nvSpPr>
            <p:spPr>
              <a:xfrm>
                <a:off x="5933892" y="2287032"/>
                <a:ext cx="1732083" cy="258532"/>
              </a:xfrm>
              <a:prstGeom prst="rect">
                <a:avLst/>
              </a:prstGeom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ctr">
                  <a:lnSpc>
                    <a:spcPct val="90000"/>
                  </a:lnSpc>
                  <a:defRPr sz="1200" kern="0"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Calibri" pitchFamily="34" charset="0"/>
                    <a:cs typeface="Calibri" pitchFamily="34" charset="0"/>
                  </a:defRPr>
                </a:lvl1pPr>
              </a:lstStyle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t>Product Information DB</a:t>
                </a:r>
              </a:p>
            </p:txBody>
          </p:sp>
        </p:grpSp>
        <p:grpSp>
          <p:nvGrpSpPr>
            <p:cNvPr id="121" name="Gruppieren 120">
              <a:extLst>
                <a:ext uri="{FF2B5EF4-FFF2-40B4-BE49-F238E27FC236}">
                  <a16:creationId xmlns:a16="http://schemas.microsoft.com/office/drawing/2014/main" id="{AD098447-8945-C6AD-569C-45D4F84821DC}"/>
                </a:ext>
              </a:extLst>
            </p:cNvPr>
            <p:cNvGrpSpPr/>
            <p:nvPr/>
          </p:nvGrpSpPr>
          <p:grpSpPr>
            <a:xfrm>
              <a:off x="8425454" y="1671887"/>
              <a:ext cx="577723" cy="365719"/>
              <a:chOff x="9003066" y="2123465"/>
              <a:chExt cx="635495" cy="402291"/>
            </a:xfrm>
          </p:grpSpPr>
          <p:sp>
            <p:nvSpPr>
              <p:cNvPr id="122" name="Flussdiagramm: Magnetplattenspeicher 121">
                <a:extLst>
                  <a:ext uri="{FF2B5EF4-FFF2-40B4-BE49-F238E27FC236}">
                    <a16:creationId xmlns:a16="http://schemas.microsoft.com/office/drawing/2014/main" id="{634ADF88-28EA-A1A9-767B-8B41EF9A336D}"/>
                  </a:ext>
                </a:extLst>
              </p:cNvPr>
              <p:cNvSpPr/>
              <p:nvPr/>
            </p:nvSpPr>
            <p:spPr bwMode="gray">
              <a:xfrm>
                <a:off x="9003066" y="2123465"/>
                <a:ext cx="635495" cy="402291"/>
              </a:xfrm>
              <a:prstGeom prst="flowChartMagneticDisk">
                <a:avLst/>
              </a:prstGeom>
              <a:solidFill>
                <a:schemeClr val="bg1"/>
              </a:solidFill>
              <a:ln w="19050">
                <a:solidFill>
                  <a:schemeClr val="tx1">
                    <a:lumMod val="75000"/>
                    <a:lumOff val="25000"/>
                  </a:schemeClr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pic>
            <p:nvPicPr>
              <p:cNvPr id="123" name="Grafik 122">
                <a:extLst>
                  <a:ext uri="{FF2B5EF4-FFF2-40B4-BE49-F238E27FC236}">
                    <a16:creationId xmlns:a16="http://schemas.microsoft.com/office/drawing/2014/main" id="{D4590389-E3C6-484E-88DF-A8B40EAF127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085783" y="2333931"/>
                <a:ext cx="497677" cy="126826"/>
              </a:xfrm>
              <a:prstGeom prst="rect">
                <a:avLst/>
              </a:prstGeom>
            </p:spPr>
          </p:pic>
        </p:grpSp>
      </p:grpSp>
      <p:grpSp>
        <p:nvGrpSpPr>
          <p:cNvPr id="194" name="Gruppieren 193">
            <a:extLst>
              <a:ext uri="{FF2B5EF4-FFF2-40B4-BE49-F238E27FC236}">
                <a16:creationId xmlns:a16="http://schemas.microsoft.com/office/drawing/2014/main" id="{DBBDF83F-6002-5170-FAFC-1135649027E6}"/>
              </a:ext>
            </a:extLst>
          </p:cNvPr>
          <p:cNvGrpSpPr/>
          <p:nvPr/>
        </p:nvGrpSpPr>
        <p:grpSpPr>
          <a:xfrm>
            <a:off x="9093867" y="398959"/>
            <a:ext cx="1574621" cy="1117576"/>
            <a:chOff x="9177878" y="2872454"/>
            <a:chExt cx="1574621" cy="1117576"/>
          </a:xfrm>
        </p:grpSpPr>
        <p:grpSp>
          <p:nvGrpSpPr>
            <p:cNvPr id="157" name="Gruppieren 156">
              <a:extLst>
                <a:ext uri="{FF2B5EF4-FFF2-40B4-BE49-F238E27FC236}">
                  <a16:creationId xmlns:a16="http://schemas.microsoft.com/office/drawing/2014/main" id="{996F9A78-3908-888A-FCE8-73D06107742D}"/>
                </a:ext>
              </a:extLst>
            </p:cNvPr>
            <p:cNvGrpSpPr/>
            <p:nvPr/>
          </p:nvGrpSpPr>
          <p:grpSpPr>
            <a:xfrm>
              <a:off x="9177878" y="2872454"/>
              <a:ext cx="1574621" cy="1117576"/>
              <a:chOff x="7918897" y="1427988"/>
              <a:chExt cx="1574621" cy="1117576"/>
            </a:xfrm>
          </p:grpSpPr>
          <p:grpSp>
            <p:nvGrpSpPr>
              <p:cNvPr id="158" name="Gruppieren 157">
                <a:extLst>
                  <a:ext uri="{FF2B5EF4-FFF2-40B4-BE49-F238E27FC236}">
                    <a16:creationId xmlns:a16="http://schemas.microsoft.com/office/drawing/2014/main" id="{258B5786-9E5F-4877-D191-973E5C025FB1}"/>
                  </a:ext>
                </a:extLst>
              </p:cNvPr>
              <p:cNvGrpSpPr/>
              <p:nvPr/>
            </p:nvGrpSpPr>
            <p:grpSpPr>
              <a:xfrm>
                <a:off x="7918897" y="1427988"/>
                <a:ext cx="1574621" cy="1117576"/>
                <a:chOff x="6012623" y="1427988"/>
                <a:chExt cx="1574621" cy="1117576"/>
              </a:xfrm>
            </p:grpSpPr>
            <p:grpSp>
              <p:nvGrpSpPr>
                <p:cNvPr id="160" name="Gruppieren 159">
                  <a:extLst>
                    <a:ext uri="{FF2B5EF4-FFF2-40B4-BE49-F238E27FC236}">
                      <a16:creationId xmlns:a16="http://schemas.microsoft.com/office/drawing/2014/main" id="{ED090B99-7F69-A59F-503C-547A7EC78ADD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6049526" y="1427988"/>
                  <a:ext cx="1342618" cy="842006"/>
                  <a:chOff x="8328248" y="1523525"/>
                  <a:chExt cx="1342618" cy="842006"/>
                </a:xfrm>
                <a:effectLst/>
              </p:grpSpPr>
              <p:grpSp>
                <p:nvGrpSpPr>
                  <p:cNvPr id="162" name="Gruppieren 161">
                    <a:extLst>
                      <a:ext uri="{FF2B5EF4-FFF2-40B4-BE49-F238E27FC236}">
                        <a16:creationId xmlns:a16="http://schemas.microsoft.com/office/drawing/2014/main" id="{1CC805D7-33E9-BAFC-BFAE-F65CECE109BC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487615" y="1523525"/>
                    <a:ext cx="1183251" cy="842006"/>
                    <a:chOff x="8487615" y="1523525"/>
                    <a:chExt cx="1183251" cy="842006"/>
                  </a:xfrm>
                </p:grpSpPr>
                <p:sp>
                  <p:nvSpPr>
                    <p:cNvPr id="180" name="Box BG Black">
                      <a:extLst>
                        <a:ext uri="{FF2B5EF4-FFF2-40B4-BE49-F238E27FC236}">
                          <a16:creationId xmlns:a16="http://schemas.microsoft.com/office/drawing/2014/main" id="{74A68FF3-F944-D0DA-1E43-FC5F8BDDDDF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87615" y="1523525"/>
                      <a:ext cx="1183036" cy="842006"/>
                    </a:xfrm>
                    <a:prstGeom prst="roundRect">
                      <a:avLst/>
                    </a:prstGeom>
                    <a:solidFill>
                      <a:schemeClr val="tx1">
                        <a:lumMod val="75000"/>
                        <a:lumOff val="25000"/>
                      </a:schemeClr>
                    </a:solidFill>
                    <a:ln>
                      <a:noFill/>
                    </a:ln>
                    <a:effectLst>
                      <a:outerShdw blurRad="63500" sx="102000" sy="102000" algn="ctr" rotWithShape="0">
                        <a:prstClr val="black">
                          <a:alpha val="40000"/>
                        </a:prstClr>
                      </a:outerShdw>
                    </a:effectLst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p:txBody>
                </p:sp>
                <p:grpSp>
                  <p:nvGrpSpPr>
                    <p:cNvPr id="181" name="Box Dock">
                      <a:extLst>
                        <a:ext uri="{FF2B5EF4-FFF2-40B4-BE49-F238E27FC236}">
                          <a16:creationId xmlns:a16="http://schemas.microsoft.com/office/drawing/2014/main" id="{A55D1976-1D93-DA26-F6ED-CC54870992B9}"/>
                        </a:ext>
                      </a:extLst>
                    </p:cNvPr>
                    <p:cNvGrpSpPr>
                      <a:grpSpLocks noGrp="1" noUngrp="1" noRot="1" noMove="1" noResize="1"/>
                    </p:cNvGrpSpPr>
                    <p:nvPr/>
                  </p:nvGrpSpPr>
                  <p:grpSpPr>
                    <a:xfrm>
                      <a:off x="9585412" y="1686102"/>
                      <a:ext cx="85454" cy="516852"/>
                      <a:chOff x="6734408" y="1594976"/>
                      <a:chExt cx="85454" cy="625391"/>
                    </a:xfrm>
                    <a:solidFill>
                      <a:srgbClr val="D99694">
                        <a:alpha val="0"/>
                      </a:srgbClr>
                    </a:solidFill>
                  </p:grpSpPr>
                  <p:sp>
                    <p:nvSpPr>
                      <p:cNvPr id="188" name="Box Dock BB">
                        <a:extLst>
                          <a:ext uri="{FF2B5EF4-FFF2-40B4-BE49-F238E27FC236}">
                            <a16:creationId xmlns:a16="http://schemas.microsoft.com/office/drawing/2014/main" id="{678834B9-DD41-3F03-CF97-D073AE8235D5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2126368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89" name="Box Dock TT">
                        <a:extLst>
                          <a:ext uri="{FF2B5EF4-FFF2-40B4-BE49-F238E27FC236}">
                            <a16:creationId xmlns:a16="http://schemas.microsoft.com/office/drawing/2014/main" id="{E4E0CB53-3F67-3512-B085-C339F36810D0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594976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90" name="Box Dock TM">
                        <a:extLst>
                          <a:ext uri="{FF2B5EF4-FFF2-40B4-BE49-F238E27FC236}">
                            <a16:creationId xmlns:a16="http://schemas.microsoft.com/office/drawing/2014/main" id="{8E2445AC-76B2-DC25-CD6B-B3DA2ACA9DBD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727824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91" name="Box Dock BM">
                        <a:extLst>
                          <a:ext uri="{FF2B5EF4-FFF2-40B4-BE49-F238E27FC236}">
                            <a16:creationId xmlns:a16="http://schemas.microsoft.com/office/drawing/2014/main" id="{CBEF214B-5B3B-0EE2-3D5E-64E5D32B8904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993521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92" name="Box Dock TM">
                        <a:extLst>
                          <a:ext uri="{FF2B5EF4-FFF2-40B4-BE49-F238E27FC236}">
                            <a16:creationId xmlns:a16="http://schemas.microsoft.com/office/drawing/2014/main" id="{12FA1BAE-1792-6C9D-0339-D9779C6FA33C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860673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</p:grpSp>
                <p:grpSp>
                  <p:nvGrpSpPr>
                    <p:cNvPr id="182" name="Box Dock">
                      <a:extLst>
                        <a:ext uri="{FF2B5EF4-FFF2-40B4-BE49-F238E27FC236}">
                          <a16:creationId xmlns:a16="http://schemas.microsoft.com/office/drawing/2014/main" id="{D36574A7-7CC4-2CB3-546B-A3047F3F6FE4}"/>
                        </a:ext>
                      </a:extLst>
                    </p:cNvPr>
                    <p:cNvGrpSpPr>
                      <a:grpSpLocks noGrp="1" noUngrp="1" noRot="1" noMove="1" noResize="1"/>
                    </p:cNvGrpSpPr>
                    <p:nvPr/>
                  </p:nvGrpSpPr>
                  <p:grpSpPr>
                    <a:xfrm>
                      <a:off x="8487615" y="1686102"/>
                      <a:ext cx="85454" cy="516852"/>
                      <a:chOff x="6734408" y="1594976"/>
                      <a:chExt cx="85454" cy="625391"/>
                    </a:xfrm>
                    <a:solidFill>
                      <a:srgbClr val="D99694">
                        <a:alpha val="0"/>
                      </a:srgbClr>
                    </a:solidFill>
                  </p:grpSpPr>
                  <p:sp>
                    <p:nvSpPr>
                      <p:cNvPr id="183" name="Box Dock BB">
                        <a:extLst>
                          <a:ext uri="{FF2B5EF4-FFF2-40B4-BE49-F238E27FC236}">
                            <a16:creationId xmlns:a16="http://schemas.microsoft.com/office/drawing/2014/main" id="{A02057FA-F8ED-2CB0-125A-F70BAC0C77D9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2126368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84" name="Box Dock TT">
                        <a:extLst>
                          <a:ext uri="{FF2B5EF4-FFF2-40B4-BE49-F238E27FC236}">
                            <a16:creationId xmlns:a16="http://schemas.microsoft.com/office/drawing/2014/main" id="{B0228277-7078-B7A8-3467-D3DEE2BB5866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594976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85" name="Box Dock TM">
                        <a:extLst>
                          <a:ext uri="{FF2B5EF4-FFF2-40B4-BE49-F238E27FC236}">
                            <a16:creationId xmlns:a16="http://schemas.microsoft.com/office/drawing/2014/main" id="{275C2E50-1724-E41C-6DFB-8D2CA2D028EE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727824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86" name="Box Dock BM">
                        <a:extLst>
                          <a:ext uri="{FF2B5EF4-FFF2-40B4-BE49-F238E27FC236}">
                            <a16:creationId xmlns:a16="http://schemas.microsoft.com/office/drawing/2014/main" id="{58D2B02A-1566-C8BE-4CCC-7A580DF0A321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993521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87" name="Box Dock TM">
                        <a:extLst>
                          <a:ext uri="{FF2B5EF4-FFF2-40B4-BE49-F238E27FC236}">
                            <a16:creationId xmlns:a16="http://schemas.microsoft.com/office/drawing/2014/main" id="{C599D9A4-D3E1-6E2F-0F1B-3344667A97F5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860673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</p:grpSp>
              </p:grpSp>
              <p:grpSp>
                <p:nvGrpSpPr>
                  <p:cNvPr id="163" name="Box Dock">
                    <a:extLst>
                      <a:ext uri="{FF2B5EF4-FFF2-40B4-BE49-F238E27FC236}">
                        <a16:creationId xmlns:a16="http://schemas.microsoft.com/office/drawing/2014/main" id="{89441AB8-225C-9982-4667-7F9A42A3CE11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43391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175" name="DAL Dock BB">
                      <a:extLst>
                        <a:ext uri="{FF2B5EF4-FFF2-40B4-BE49-F238E27FC236}">
                          <a16:creationId xmlns:a16="http://schemas.microsoft.com/office/drawing/2014/main" id="{65B46A77-7372-E112-2769-2B4D4CA02537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76" name="DAL Dock BM">
                      <a:extLst>
                        <a:ext uri="{FF2B5EF4-FFF2-40B4-BE49-F238E27FC236}">
                          <a16:creationId xmlns:a16="http://schemas.microsoft.com/office/drawing/2014/main" id="{9955089F-EB7C-5D6A-479E-42D9D92EDE5A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77" name="DAL Dock MM">
                      <a:extLst>
                        <a:ext uri="{FF2B5EF4-FFF2-40B4-BE49-F238E27FC236}">
                          <a16:creationId xmlns:a16="http://schemas.microsoft.com/office/drawing/2014/main" id="{25C389F5-052B-5869-EBFB-034D90453551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78" name="DAL Dock TM">
                      <a:extLst>
                        <a:ext uri="{FF2B5EF4-FFF2-40B4-BE49-F238E27FC236}">
                          <a16:creationId xmlns:a16="http://schemas.microsoft.com/office/drawing/2014/main" id="{30D23474-7016-BEE8-7636-02D6DAA8EC4C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79" name="DAL Dock TT">
                      <a:extLst>
                        <a:ext uri="{FF2B5EF4-FFF2-40B4-BE49-F238E27FC236}">
                          <a16:creationId xmlns:a16="http://schemas.microsoft.com/office/drawing/2014/main" id="{8FE5A6DF-6E9E-4A95-EB13-5DDB6287EEFE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  <p:grpSp>
                <p:nvGrpSpPr>
                  <p:cNvPr id="164" name="Gruppieren 163">
                    <a:extLst>
                      <a:ext uri="{FF2B5EF4-FFF2-40B4-BE49-F238E27FC236}">
                        <a16:creationId xmlns:a16="http://schemas.microsoft.com/office/drawing/2014/main" id="{EC46E8C4-8621-55C0-1940-CD1602479391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328248" y="1569340"/>
                    <a:ext cx="486693" cy="750377"/>
                    <a:chOff x="8328248" y="1569340"/>
                    <a:chExt cx="486693" cy="750377"/>
                  </a:xfrm>
                </p:grpSpPr>
                <p:sp>
                  <p:nvSpPr>
                    <p:cNvPr id="168" name="PL BG Blue">
                      <a:extLst>
                        <a:ext uri="{FF2B5EF4-FFF2-40B4-BE49-F238E27FC236}">
                          <a16:creationId xmlns:a16="http://schemas.microsoft.com/office/drawing/2014/main" id="{328316F4-3A35-C9C4-8C44-650512622BF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28248" y="1569340"/>
                      <a:ext cx="486693" cy="750377"/>
                    </a:xfrm>
                    <a:prstGeom prst="roundRect">
                      <a:avLst>
                        <a:gd name="adj" fmla="val 26461"/>
                      </a:avLst>
                    </a:prstGeom>
                    <a:gradFill flip="none" rotWithShape="1">
                      <a:gsLst>
                        <a:gs pos="0">
                          <a:srgbClr val="00B0F0">
                            <a:shade val="30000"/>
                            <a:satMod val="115000"/>
                          </a:srgbClr>
                        </a:gs>
                        <a:gs pos="100000">
                          <a:srgbClr val="00B0F0">
                            <a:shade val="100000"/>
                            <a:satMod val="115000"/>
                          </a:srgbClr>
                        </a:gs>
                      </a:gsLst>
                      <a:lin ang="0" scaled="1"/>
                      <a:tileRect/>
                    </a:gradFill>
                    <a:ln w="25400" cap="flat" cmpd="sng" algn="ctr">
                      <a:noFill/>
                      <a:prstDash val="solid"/>
                    </a:ln>
                    <a:effectLst>
                      <a:outerShdw blurRad="63500" sx="102000" sy="102000" algn="ctr" rotWithShape="0">
                        <a:prstClr val="black">
                          <a:alpha val="40000"/>
                        </a:prstClr>
                      </a:outerShdw>
                    </a:effectLst>
                  </p:spPr>
                  <p:txBody>
                    <a:bodyPr vert="vert270" wrap="none" lIns="0" tIns="0" rIns="0" bIns="0" rtlCol="0" anchor="t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00" cap="none" spc="-5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S3 API</a:t>
                      </a:r>
                    </a:p>
                  </p:txBody>
                </p:sp>
                <p:grpSp>
                  <p:nvGrpSpPr>
                    <p:cNvPr id="169" name="Box Dock">
                      <a:extLst>
                        <a:ext uri="{FF2B5EF4-FFF2-40B4-BE49-F238E27FC236}">
                          <a16:creationId xmlns:a16="http://schemas.microsoft.com/office/drawing/2014/main" id="{AED4B37F-1ED2-B263-E5C8-A53E6356E29D}"/>
                        </a:ext>
                      </a:extLst>
                    </p:cNvPr>
                    <p:cNvGrpSpPr>
                      <a:grpSpLocks noGrp="1" noUngrp="1" noRot="1" noMove="1" noResize="1"/>
                    </p:cNvGrpSpPr>
                    <p:nvPr/>
                  </p:nvGrpSpPr>
                  <p:grpSpPr>
                    <a:xfrm>
                      <a:off x="8328248" y="1686102"/>
                      <a:ext cx="85454" cy="516852"/>
                      <a:chOff x="6734408" y="1594976"/>
                      <a:chExt cx="85454" cy="625391"/>
                    </a:xfrm>
                    <a:solidFill>
                      <a:srgbClr val="D99694">
                        <a:alpha val="0"/>
                      </a:srgbClr>
                    </a:solidFill>
                  </p:grpSpPr>
                  <p:sp>
                    <p:nvSpPr>
                      <p:cNvPr id="170" name="PL Dock BB">
                        <a:extLst>
                          <a:ext uri="{FF2B5EF4-FFF2-40B4-BE49-F238E27FC236}">
                            <a16:creationId xmlns:a16="http://schemas.microsoft.com/office/drawing/2014/main" id="{343FE68F-DFFD-010A-889F-E038FF50F6D4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2126368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71" name="PL Dock BM">
                        <a:extLst>
                          <a:ext uri="{FF2B5EF4-FFF2-40B4-BE49-F238E27FC236}">
                            <a16:creationId xmlns:a16="http://schemas.microsoft.com/office/drawing/2014/main" id="{D6DB67F1-612E-E62C-3499-54B812DD53B6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993521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72" name="PL Dock MM">
                        <a:extLst>
                          <a:ext uri="{FF2B5EF4-FFF2-40B4-BE49-F238E27FC236}">
                            <a16:creationId xmlns:a16="http://schemas.microsoft.com/office/drawing/2014/main" id="{76BF6DC2-21BD-52A8-F1C3-5531A5BC8ECE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860673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73" name="PL Dock TM">
                        <a:extLst>
                          <a:ext uri="{FF2B5EF4-FFF2-40B4-BE49-F238E27FC236}">
                            <a16:creationId xmlns:a16="http://schemas.microsoft.com/office/drawing/2014/main" id="{FFEA56B2-3A97-1053-8D2E-3C7DD4C3229F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727824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74" name="PL Dock TT">
                        <a:extLst>
                          <a:ext uri="{FF2B5EF4-FFF2-40B4-BE49-F238E27FC236}">
                            <a16:creationId xmlns:a16="http://schemas.microsoft.com/office/drawing/2014/main" id="{84C7A6D1-E770-8E6D-EF24-722A61B98E4D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594976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</p:grpSp>
              </p:grpSp>
              <p:grpSp>
                <p:nvGrpSpPr>
                  <p:cNvPr id="165" name="BLL">
                    <a:extLst>
                      <a:ext uri="{FF2B5EF4-FFF2-40B4-BE49-F238E27FC236}">
                        <a16:creationId xmlns:a16="http://schemas.microsoft.com/office/drawing/2014/main" id="{3186D772-E228-EA8D-821F-EDA8CF7AABB7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>
                  <a:xfrm>
                    <a:off x="8590275" y="1632089"/>
                    <a:ext cx="977716" cy="624878"/>
                    <a:chOff x="8590275" y="1632089"/>
                    <a:chExt cx="977716" cy="624878"/>
                  </a:xfrm>
                </p:grpSpPr>
                <p:sp>
                  <p:nvSpPr>
                    <p:cNvPr id="166" name="BLL BG White">
                      <a:extLst>
                        <a:ext uri="{FF2B5EF4-FFF2-40B4-BE49-F238E27FC236}">
                          <a16:creationId xmlns:a16="http://schemas.microsoft.com/office/drawing/2014/main" id="{C066EB24-21EB-8BFC-40F2-6378FF52CAC4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>
                    <a:xfrm>
                      <a:off x="8590275" y="1632089"/>
                      <a:ext cx="977716" cy="624878"/>
                    </a:xfrm>
                    <a:prstGeom prst="roundRect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bg1"/>
                      </a:solidFill>
                    </a:ln>
                    <a:effectLst>
                      <a:outerShdw blurRad="63500" sx="102000" sy="102000" algn="ctr" rotWithShape="0">
                        <a:prstClr val="black">
                          <a:alpha val="40000"/>
                        </a:prstClr>
                      </a:outerShdw>
                    </a:effectLst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67" name="BLL BG White">
                      <a:extLst>
                        <a:ext uri="{FF2B5EF4-FFF2-40B4-BE49-F238E27FC236}">
                          <a16:creationId xmlns:a16="http://schemas.microsoft.com/office/drawing/2014/main" id="{F420BA8B-D6A8-2DF5-BC39-F649B73135C5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>
                    <a:xfrm>
                      <a:off x="8616672" y="1654783"/>
                      <a:ext cx="924923" cy="579490"/>
                    </a:xfrm>
                    <a:prstGeom prst="roundRect">
                      <a:avLst/>
                    </a:prstGeom>
                    <a:noFill/>
                    <a:ln>
                      <a:solidFill>
                        <a:srgbClr val="C52EBE"/>
                      </a:solidFill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sp>
              <p:nvSpPr>
                <p:cNvPr id="161" name="Textfeld 160">
                  <a:extLst>
                    <a:ext uri="{FF2B5EF4-FFF2-40B4-BE49-F238E27FC236}">
                      <a16:creationId xmlns:a16="http://schemas.microsoft.com/office/drawing/2014/main" id="{83033EA2-27C2-52B7-FDBD-234B32AC1DE8}"/>
                    </a:ext>
                  </a:extLst>
                </p:cNvPr>
                <p:cNvSpPr txBox="1"/>
                <p:nvPr/>
              </p:nvSpPr>
              <p:spPr>
                <a:xfrm>
                  <a:off x="6012623" y="2287032"/>
                  <a:ext cx="1574621" cy="258532"/>
                </a:xfrm>
                <a:prstGeom prst="rect">
                  <a:avLst/>
                </a:prstGeom>
              </p:spPr>
              <p:txBody>
                <a:bodyPr wrap="square" rtlCol="0">
                  <a:spAutoFit/>
                </a:bodyPr>
                <a:lstStyle>
                  <a:defPPr>
                    <a:defRPr lang="en-US"/>
                  </a:defPPr>
                  <a:lvl1pPr algn="ctr">
                    <a:lnSpc>
                      <a:spcPct val="90000"/>
                    </a:lnSpc>
                    <a:defRPr sz="1200" kern="0">
                      <a:solidFill>
                        <a:prstClr val="black">
                          <a:lumMod val="75000"/>
                          <a:lumOff val="25000"/>
                        </a:prstClr>
                      </a:solidFill>
                      <a:latin typeface="Calibri" pitchFamily="34" charset="0"/>
                      <a:cs typeface="Calibri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t>Media Object Storage</a:t>
                  </a:r>
                </a:p>
              </p:txBody>
            </p:sp>
          </p:grpSp>
          <p:sp>
            <p:nvSpPr>
              <p:cNvPr id="159" name="Flussdiagramm: Magnetplattenspeicher 158">
                <a:extLst>
                  <a:ext uri="{FF2B5EF4-FFF2-40B4-BE49-F238E27FC236}">
                    <a16:creationId xmlns:a16="http://schemas.microsoft.com/office/drawing/2014/main" id="{FD424605-A682-0352-453E-C4CEBC6C863E}"/>
                  </a:ext>
                </a:extLst>
              </p:cNvPr>
              <p:cNvSpPr/>
              <p:nvPr/>
            </p:nvSpPr>
            <p:spPr bwMode="gray">
              <a:xfrm>
                <a:off x="8425454" y="1671887"/>
                <a:ext cx="577723" cy="365719"/>
              </a:xfrm>
              <a:prstGeom prst="flowChartMagneticDisk">
                <a:avLst/>
              </a:prstGeom>
              <a:solidFill>
                <a:schemeClr val="bg1"/>
              </a:solidFill>
              <a:ln w="19050">
                <a:solidFill>
                  <a:schemeClr val="tx1">
                    <a:lumMod val="75000"/>
                    <a:lumOff val="25000"/>
                  </a:schemeClr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</p:grpSp>
        <p:pic>
          <p:nvPicPr>
            <p:cNvPr id="193" name="Picture 4" descr="Continuing the journey: our new mascot and wordmark">
              <a:extLst>
                <a:ext uri="{FF2B5EF4-FFF2-40B4-BE49-F238E27FC236}">
                  <a16:creationId xmlns:a16="http://schemas.microsoft.com/office/drawing/2014/main" id="{D0673D63-373D-BB70-E9A7-43741817335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52" t="32710" r="20940" b="33176"/>
            <a:stretch/>
          </p:blipFill>
          <p:spPr bwMode="auto">
            <a:xfrm>
              <a:off x="9747127" y="3302851"/>
              <a:ext cx="461357" cy="910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8" name="Gruppieren 267">
            <a:extLst>
              <a:ext uri="{FF2B5EF4-FFF2-40B4-BE49-F238E27FC236}">
                <a16:creationId xmlns:a16="http://schemas.microsoft.com/office/drawing/2014/main" id="{98F876F5-A2C7-24C8-B707-2DF62C8F879E}"/>
              </a:ext>
            </a:extLst>
          </p:cNvPr>
          <p:cNvGrpSpPr/>
          <p:nvPr/>
        </p:nvGrpSpPr>
        <p:grpSpPr>
          <a:xfrm>
            <a:off x="10789162" y="398959"/>
            <a:ext cx="1342618" cy="1117576"/>
            <a:chOff x="9214781" y="4580281"/>
            <a:chExt cx="1342618" cy="1117576"/>
          </a:xfrm>
        </p:grpSpPr>
        <p:grpSp>
          <p:nvGrpSpPr>
            <p:cNvPr id="231" name="Gruppieren 230">
              <a:extLst>
                <a:ext uri="{FF2B5EF4-FFF2-40B4-BE49-F238E27FC236}">
                  <a16:creationId xmlns:a16="http://schemas.microsoft.com/office/drawing/2014/main" id="{4416E561-148B-91DD-2BFB-F93DEFCE3F7F}"/>
                </a:ext>
              </a:extLst>
            </p:cNvPr>
            <p:cNvGrpSpPr/>
            <p:nvPr/>
          </p:nvGrpSpPr>
          <p:grpSpPr>
            <a:xfrm>
              <a:off x="9214781" y="4580281"/>
              <a:ext cx="1342618" cy="1117576"/>
              <a:chOff x="7955800" y="1427988"/>
              <a:chExt cx="1342618" cy="1117576"/>
            </a:xfrm>
          </p:grpSpPr>
          <p:grpSp>
            <p:nvGrpSpPr>
              <p:cNvPr id="232" name="Gruppieren 231">
                <a:extLst>
                  <a:ext uri="{FF2B5EF4-FFF2-40B4-BE49-F238E27FC236}">
                    <a16:creationId xmlns:a16="http://schemas.microsoft.com/office/drawing/2014/main" id="{2A1909B9-6BC3-41A5-6A92-66BAEF109C3C}"/>
                  </a:ext>
                </a:extLst>
              </p:cNvPr>
              <p:cNvGrpSpPr/>
              <p:nvPr/>
            </p:nvGrpSpPr>
            <p:grpSpPr>
              <a:xfrm>
                <a:off x="7955800" y="1427988"/>
                <a:ext cx="1342618" cy="1117576"/>
                <a:chOff x="6049526" y="1427988"/>
                <a:chExt cx="1342618" cy="1117576"/>
              </a:xfrm>
            </p:grpSpPr>
            <p:grpSp>
              <p:nvGrpSpPr>
                <p:cNvPr id="234" name="Gruppieren 233">
                  <a:extLst>
                    <a:ext uri="{FF2B5EF4-FFF2-40B4-BE49-F238E27FC236}">
                      <a16:creationId xmlns:a16="http://schemas.microsoft.com/office/drawing/2014/main" id="{3C889332-D3A2-EF63-445C-8F87EC07D981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6049526" y="1427988"/>
                  <a:ext cx="1342618" cy="842006"/>
                  <a:chOff x="8328248" y="1523525"/>
                  <a:chExt cx="1342618" cy="842006"/>
                </a:xfrm>
                <a:effectLst/>
              </p:grpSpPr>
              <p:grpSp>
                <p:nvGrpSpPr>
                  <p:cNvPr id="236" name="Gruppieren 235">
                    <a:extLst>
                      <a:ext uri="{FF2B5EF4-FFF2-40B4-BE49-F238E27FC236}">
                        <a16:creationId xmlns:a16="http://schemas.microsoft.com/office/drawing/2014/main" id="{53250688-F7C2-84DB-9944-4B68AB7469C1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487615" y="1523525"/>
                    <a:ext cx="1183251" cy="842006"/>
                    <a:chOff x="8487615" y="1523525"/>
                    <a:chExt cx="1183251" cy="842006"/>
                  </a:xfrm>
                </p:grpSpPr>
                <p:sp>
                  <p:nvSpPr>
                    <p:cNvPr id="254" name="Box BG Black">
                      <a:extLst>
                        <a:ext uri="{FF2B5EF4-FFF2-40B4-BE49-F238E27FC236}">
                          <a16:creationId xmlns:a16="http://schemas.microsoft.com/office/drawing/2014/main" id="{81F0A55A-4243-B121-2415-883B6CA8AD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87615" y="1523525"/>
                      <a:ext cx="1183036" cy="842006"/>
                    </a:xfrm>
                    <a:prstGeom prst="roundRect">
                      <a:avLst/>
                    </a:prstGeom>
                    <a:solidFill>
                      <a:schemeClr val="tx1">
                        <a:lumMod val="75000"/>
                        <a:lumOff val="25000"/>
                      </a:schemeClr>
                    </a:solidFill>
                    <a:ln>
                      <a:noFill/>
                    </a:ln>
                    <a:effectLst>
                      <a:outerShdw blurRad="63500" sx="102000" sy="102000" algn="ctr" rotWithShape="0">
                        <a:prstClr val="black">
                          <a:alpha val="40000"/>
                        </a:prstClr>
                      </a:outerShdw>
                    </a:effectLst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p:txBody>
                </p:sp>
                <p:grpSp>
                  <p:nvGrpSpPr>
                    <p:cNvPr id="255" name="Box Dock">
                      <a:extLst>
                        <a:ext uri="{FF2B5EF4-FFF2-40B4-BE49-F238E27FC236}">
                          <a16:creationId xmlns:a16="http://schemas.microsoft.com/office/drawing/2014/main" id="{8F0C5D2B-1421-627E-021A-C08795334F89}"/>
                        </a:ext>
                      </a:extLst>
                    </p:cNvPr>
                    <p:cNvGrpSpPr>
                      <a:grpSpLocks noGrp="1" noUngrp="1" noRot="1" noMove="1" noResize="1"/>
                    </p:cNvGrpSpPr>
                    <p:nvPr/>
                  </p:nvGrpSpPr>
                  <p:grpSpPr>
                    <a:xfrm>
                      <a:off x="9585412" y="1686102"/>
                      <a:ext cx="85454" cy="516852"/>
                      <a:chOff x="6734408" y="1594976"/>
                      <a:chExt cx="85454" cy="625391"/>
                    </a:xfrm>
                    <a:solidFill>
                      <a:srgbClr val="D99694">
                        <a:alpha val="0"/>
                      </a:srgbClr>
                    </a:solidFill>
                  </p:grpSpPr>
                  <p:sp>
                    <p:nvSpPr>
                      <p:cNvPr id="262" name="Box Dock BB">
                        <a:extLst>
                          <a:ext uri="{FF2B5EF4-FFF2-40B4-BE49-F238E27FC236}">
                            <a16:creationId xmlns:a16="http://schemas.microsoft.com/office/drawing/2014/main" id="{F2655C5B-EC3D-D540-9C9E-0FC73AF281E2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2126368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263" name="Box Dock TT">
                        <a:extLst>
                          <a:ext uri="{FF2B5EF4-FFF2-40B4-BE49-F238E27FC236}">
                            <a16:creationId xmlns:a16="http://schemas.microsoft.com/office/drawing/2014/main" id="{FE2C4DD3-EB75-A143-F98D-0DB146527E4E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594976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264" name="Box Dock TM">
                        <a:extLst>
                          <a:ext uri="{FF2B5EF4-FFF2-40B4-BE49-F238E27FC236}">
                            <a16:creationId xmlns:a16="http://schemas.microsoft.com/office/drawing/2014/main" id="{DD705015-1BFD-6CA9-169D-6EB07AD63DC4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727824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265" name="Box Dock BM">
                        <a:extLst>
                          <a:ext uri="{FF2B5EF4-FFF2-40B4-BE49-F238E27FC236}">
                            <a16:creationId xmlns:a16="http://schemas.microsoft.com/office/drawing/2014/main" id="{AE461352-D631-19B8-51C6-F22B7CBCE375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993521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266" name="Box Dock TM">
                        <a:extLst>
                          <a:ext uri="{FF2B5EF4-FFF2-40B4-BE49-F238E27FC236}">
                            <a16:creationId xmlns:a16="http://schemas.microsoft.com/office/drawing/2014/main" id="{792583ED-47AE-6FC5-E7FE-2A535886CE8D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860673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</p:grpSp>
                <p:grpSp>
                  <p:nvGrpSpPr>
                    <p:cNvPr id="256" name="Box Dock">
                      <a:extLst>
                        <a:ext uri="{FF2B5EF4-FFF2-40B4-BE49-F238E27FC236}">
                          <a16:creationId xmlns:a16="http://schemas.microsoft.com/office/drawing/2014/main" id="{48377984-CCE2-DEEE-F082-FA47CCB74D5E}"/>
                        </a:ext>
                      </a:extLst>
                    </p:cNvPr>
                    <p:cNvGrpSpPr>
                      <a:grpSpLocks noGrp="1" noUngrp="1" noRot="1" noMove="1" noResize="1"/>
                    </p:cNvGrpSpPr>
                    <p:nvPr/>
                  </p:nvGrpSpPr>
                  <p:grpSpPr>
                    <a:xfrm>
                      <a:off x="8487615" y="1686102"/>
                      <a:ext cx="85454" cy="516852"/>
                      <a:chOff x="6734408" y="1594976"/>
                      <a:chExt cx="85454" cy="625391"/>
                    </a:xfrm>
                    <a:solidFill>
                      <a:srgbClr val="D99694">
                        <a:alpha val="0"/>
                      </a:srgbClr>
                    </a:solidFill>
                  </p:grpSpPr>
                  <p:sp>
                    <p:nvSpPr>
                      <p:cNvPr id="257" name="Box Dock BB">
                        <a:extLst>
                          <a:ext uri="{FF2B5EF4-FFF2-40B4-BE49-F238E27FC236}">
                            <a16:creationId xmlns:a16="http://schemas.microsoft.com/office/drawing/2014/main" id="{D8F224FC-F15B-EC60-B331-7D8FC2486E13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2126368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258" name="Box Dock TT">
                        <a:extLst>
                          <a:ext uri="{FF2B5EF4-FFF2-40B4-BE49-F238E27FC236}">
                            <a16:creationId xmlns:a16="http://schemas.microsoft.com/office/drawing/2014/main" id="{6084E905-DA9D-9C64-C5C5-27C43B281E7F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594976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259" name="Box Dock TM">
                        <a:extLst>
                          <a:ext uri="{FF2B5EF4-FFF2-40B4-BE49-F238E27FC236}">
                            <a16:creationId xmlns:a16="http://schemas.microsoft.com/office/drawing/2014/main" id="{E3AB8E1A-5340-5B77-5B4B-07D8DAD907C0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727824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260" name="Box Dock BM">
                        <a:extLst>
                          <a:ext uri="{FF2B5EF4-FFF2-40B4-BE49-F238E27FC236}">
                            <a16:creationId xmlns:a16="http://schemas.microsoft.com/office/drawing/2014/main" id="{E3060B8F-48DC-3BEF-34AA-56FD335ABAD4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993521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261" name="Box Dock TM">
                        <a:extLst>
                          <a:ext uri="{FF2B5EF4-FFF2-40B4-BE49-F238E27FC236}">
                            <a16:creationId xmlns:a16="http://schemas.microsoft.com/office/drawing/2014/main" id="{9ADD9947-C490-7518-3F75-37FB1385D01C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860673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</p:grpSp>
              </p:grpSp>
              <p:grpSp>
                <p:nvGrpSpPr>
                  <p:cNvPr id="237" name="Box Dock">
                    <a:extLst>
                      <a:ext uri="{FF2B5EF4-FFF2-40B4-BE49-F238E27FC236}">
                        <a16:creationId xmlns:a16="http://schemas.microsoft.com/office/drawing/2014/main" id="{59CDBC5C-F840-2FB5-F71A-FD6BFFBE2A79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43391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249" name="DAL Dock BB">
                      <a:extLst>
                        <a:ext uri="{FF2B5EF4-FFF2-40B4-BE49-F238E27FC236}">
                          <a16:creationId xmlns:a16="http://schemas.microsoft.com/office/drawing/2014/main" id="{918E0A89-5160-CF0E-66B9-A8915CB8B1D6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50" name="DAL Dock BM">
                      <a:extLst>
                        <a:ext uri="{FF2B5EF4-FFF2-40B4-BE49-F238E27FC236}">
                          <a16:creationId xmlns:a16="http://schemas.microsoft.com/office/drawing/2014/main" id="{6B87B5ED-FE99-C6B9-2689-343BF77FFA5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51" name="DAL Dock MM">
                      <a:extLst>
                        <a:ext uri="{FF2B5EF4-FFF2-40B4-BE49-F238E27FC236}">
                          <a16:creationId xmlns:a16="http://schemas.microsoft.com/office/drawing/2014/main" id="{EC483C79-42B0-AB38-47C6-0C62C44ADE12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52" name="DAL Dock TM">
                      <a:extLst>
                        <a:ext uri="{FF2B5EF4-FFF2-40B4-BE49-F238E27FC236}">
                          <a16:creationId xmlns:a16="http://schemas.microsoft.com/office/drawing/2014/main" id="{41A15CEB-B1C4-C99F-87D0-691D0C555816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53" name="DAL Dock TT">
                      <a:extLst>
                        <a:ext uri="{FF2B5EF4-FFF2-40B4-BE49-F238E27FC236}">
                          <a16:creationId xmlns:a16="http://schemas.microsoft.com/office/drawing/2014/main" id="{1D6AE176-FC9F-582C-6179-2CA98B2860C6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  <p:grpSp>
                <p:nvGrpSpPr>
                  <p:cNvPr id="238" name="Gruppieren 237">
                    <a:extLst>
                      <a:ext uri="{FF2B5EF4-FFF2-40B4-BE49-F238E27FC236}">
                        <a16:creationId xmlns:a16="http://schemas.microsoft.com/office/drawing/2014/main" id="{3C6AA006-7DBC-B0A2-74FF-456FC9C71900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328248" y="1569340"/>
                    <a:ext cx="486693" cy="750377"/>
                    <a:chOff x="8328248" y="1569340"/>
                    <a:chExt cx="486693" cy="750377"/>
                  </a:xfrm>
                </p:grpSpPr>
                <p:sp>
                  <p:nvSpPr>
                    <p:cNvPr id="242" name="PL BG Blue">
                      <a:extLst>
                        <a:ext uri="{FF2B5EF4-FFF2-40B4-BE49-F238E27FC236}">
                          <a16:creationId xmlns:a16="http://schemas.microsoft.com/office/drawing/2014/main" id="{FBD5963E-A24F-73DE-F401-9DAEAD2D831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28248" y="1569340"/>
                      <a:ext cx="486693" cy="750377"/>
                    </a:xfrm>
                    <a:prstGeom prst="roundRect">
                      <a:avLst>
                        <a:gd name="adj" fmla="val 26461"/>
                      </a:avLst>
                    </a:prstGeom>
                    <a:gradFill flip="none" rotWithShape="1">
                      <a:gsLst>
                        <a:gs pos="0">
                          <a:srgbClr val="00B0F0">
                            <a:shade val="30000"/>
                            <a:satMod val="115000"/>
                          </a:srgbClr>
                        </a:gs>
                        <a:gs pos="100000">
                          <a:srgbClr val="00B0F0">
                            <a:shade val="100000"/>
                            <a:satMod val="115000"/>
                          </a:srgbClr>
                        </a:gs>
                      </a:gsLst>
                      <a:lin ang="0" scaled="1"/>
                      <a:tileRect/>
                    </a:gradFill>
                    <a:ln w="25400" cap="flat" cmpd="sng" algn="ctr">
                      <a:noFill/>
                      <a:prstDash val="solid"/>
                    </a:ln>
                    <a:effectLst>
                      <a:outerShdw blurRad="63500" sx="102000" sy="102000" algn="ctr" rotWithShape="0">
                        <a:prstClr val="black">
                          <a:alpha val="40000"/>
                        </a:prstClr>
                      </a:outerShdw>
                    </a:effectLst>
                  </p:spPr>
                  <p:txBody>
                    <a:bodyPr vert="vert270" wrap="none" lIns="0" tIns="0" rIns="0" bIns="0" rtlCol="0" anchor="t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00" cap="none" spc="-5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Redis API</a:t>
                      </a:r>
                    </a:p>
                  </p:txBody>
                </p:sp>
                <p:grpSp>
                  <p:nvGrpSpPr>
                    <p:cNvPr id="243" name="Box Dock">
                      <a:extLst>
                        <a:ext uri="{FF2B5EF4-FFF2-40B4-BE49-F238E27FC236}">
                          <a16:creationId xmlns:a16="http://schemas.microsoft.com/office/drawing/2014/main" id="{5482B6BE-99E3-2389-E2FB-D55ECCFF2BF7}"/>
                        </a:ext>
                      </a:extLst>
                    </p:cNvPr>
                    <p:cNvGrpSpPr>
                      <a:grpSpLocks noGrp="1" noUngrp="1" noRot="1" noMove="1" noResize="1"/>
                    </p:cNvGrpSpPr>
                    <p:nvPr/>
                  </p:nvGrpSpPr>
                  <p:grpSpPr>
                    <a:xfrm>
                      <a:off x="8328248" y="1686102"/>
                      <a:ext cx="85454" cy="516852"/>
                      <a:chOff x="6734408" y="1594976"/>
                      <a:chExt cx="85454" cy="625391"/>
                    </a:xfrm>
                    <a:solidFill>
                      <a:srgbClr val="D99694">
                        <a:alpha val="0"/>
                      </a:srgbClr>
                    </a:solidFill>
                  </p:grpSpPr>
                  <p:sp>
                    <p:nvSpPr>
                      <p:cNvPr id="244" name="PL Dock BB">
                        <a:extLst>
                          <a:ext uri="{FF2B5EF4-FFF2-40B4-BE49-F238E27FC236}">
                            <a16:creationId xmlns:a16="http://schemas.microsoft.com/office/drawing/2014/main" id="{56DF616B-6911-E6F7-AF89-40126DE30A92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2126368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245" name="PL Dock BM">
                        <a:extLst>
                          <a:ext uri="{FF2B5EF4-FFF2-40B4-BE49-F238E27FC236}">
                            <a16:creationId xmlns:a16="http://schemas.microsoft.com/office/drawing/2014/main" id="{B42D52F1-3CD0-E0C1-8917-5B7F93109D5A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993521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246" name="PL Dock MM">
                        <a:extLst>
                          <a:ext uri="{FF2B5EF4-FFF2-40B4-BE49-F238E27FC236}">
                            <a16:creationId xmlns:a16="http://schemas.microsoft.com/office/drawing/2014/main" id="{49775119-AB0C-8106-8A0D-F582BB8AC0C2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860673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247" name="PL Dock TM">
                        <a:extLst>
                          <a:ext uri="{FF2B5EF4-FFF2-40B4-BE49-F238E27FC236}">
                            <a16:creationId xmlns:a16="http://schemas.microsoft.com/office/drawing/2014/main" id="{D2864612-5788-8AC8-E88D-95A165EF5397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727824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248" name="PL Dock TT">
                        <a:extLst>
                          <a:ext uri="{FF2B5EF4-FFF2-40B4-BE49-F238E27FC236}">
                            <a16:creationId xmlns:a16="http://schemas.microsoft.com/office/drawing/2014/main" id="{15986940-6E11-9547-D80D-10E3674AC82A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594976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</p:grpSp>
              </p:grpSp>
              <p:grpSp>
                <p:nvGrpSpPr>
                  <p:cNvPr id="239" name="BLL">
                    <a:extLst>
                      <a:ext uri="{FF2B5EF4-FFF2-40B4-BE49-F238E27FC236}">
                        <a16:creationId xmlns:a16="http://schemas.microsoft.com/office/drawing/2014/main" id="{0171BF76-2B4E-3FD6-2BFE-CD6FA56ACF7F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>
                  <a:xfrm>
                    <a:off x="8590275" y="1632089"/>
                    <a:ext cx="977716" cy="624878"/>
                    <a:chOff x="8590275" y="1632089"/>
                    <a:chExt cx="977716" cy="624878"/>
                  </a:xfrm>
                </p:grpSpPr>
                <p:sp>
                  <p:nvSpPr>
                    <p:cNvPr id="240" name="BLL BG White">
                      <a:extLst>
                        <a:ext uri="{FF2B5EF4-FFF2-40B4-BE49-F238E27FC236}">
                          <a16:creationId xmlns:a16="http://schemas.microsoft.com/office/drawing/2014/main" id="{7B0E49F0-E55E-F3CD-CA25-F4BF78753C55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>
                    <a:xfrm>
                      <a:off x="8590275" y="1632089"/>
                      <a:ext cx="977716" cy="624878"/>
                    </a:xfrm>
                    <a:prstGeom prst="roundRect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bg1"/>
                      </a:solidFill>
                    </a:ln>
                    <a:effectLst>
                      <a:outerShdw blurRad="63500" sx="102000" sy="102000" algn="ctr" rotWithShape="0">
                        <a:prstClr val="black">
                          <a:alpha val="40000"/>
                        </a:prstClr>
                      </a:outerShdw>
                    </a:effectLst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241" name="BLL BG White">
                      <a:extLst>
                        <a:ext uri="{FF2B5EF4-FFF2-40B4-BE49-F238E27FC236}">
                          <a16:creationId xmlns:a16="http://schemas.microsoft.com/office/drawing/2014/main" id="{CAD017BF-9816-E93E-627D-B6CBCDE1C1EE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>
                    <a:xfrm>
                      <a:off x="8616672" y="1654783"/>
                      <a:ext cx="924923" cy="579490"/>
                    </a:xfrm>
                    <a:prstGeom prst="roundRect">
                      <a:avLst/>
                    </a:prstGeom>
                    <a:noFill/>
                    <a:ln>
                      <a:solidFill>
                        <a:srgbClr val="C52EBE"/>
                      </a:solidFill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sp>
              <p:nvSpPr>
                <p:cNvPr id="235" name="Textfeld 234">
                  <a:extLst>
                    <a:ext uri="{FF2B5EF4-FFF2-40B4-BE49-F238E27FC236}">
                      <a16:creationId xmlns:a16="http://schemas.microsoft.com/office/drawing/2014/main" id="{FC7267F9-98A3-AB24-F58C-3B8B72A6042D}"/>
                    </a:ext>
                  </a:extLst>
                </p:cNvPr>
                <p:cNvSpPr txBox="1"/>
                <p:nvPr/>
              </p:nvSpPr>
              <p:spPr>
                <a:xfrm>
                  <a:off x="6208415" y="2287032"/>
                  <a:ext cx="1183036" cy="258532"/>
                </a:xfrm>
                <a:prstGeom prst="rect">
                  <a:avLst/>
                </a:prstGeom>
              </p:spPr>
              <p:txBody>
                <a:bodyPr wrap="square" rtlCol="0">
                  <a:spAutoFit/>
                </a:bodyPr>
                <a:lstStyle>
                  <a:defPPr>
                    <a:defRPr lang="en-US"/>
                  </a:defPPr>
                  <a:lvl1pPr algn="ctr">
                    <a:lnSpc>
                      <a:spcPct val="90000"/>
                    </a:lnSpc>
                    <a:defRPr sz="1200" kern="0">
                      <a:solidFill>
                        <a:prstClr val="black">
                          <a:lumMod val="75000"/>
                          <a:lumOff val="25000"/>
                        </a:prstClr>
                      </a:solidFill>
                      <a:latin typeface="Calibri" pitchFamily="34" charset="0"/>
                      <a:cs typeface="Calibri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t>Shopping Cart Cache</a:t>
                  </a:r>
                </a:p>
              </p:txBody>
            </p:sp>
          </p:grpSp>
          <p:sp>
            <p:nvSpPr>
              <p:cNvPr id="233" name="Flussdiagramm: Magnetplattenspeicher 232">
                <a:extLst>
                  <a:ext uri="{FF2B5EF4-FFF2-40B4-BE49-F238E27FC236}">
                    <a16:creationId xmlns:a16="http://schemas.microsoft.com/office/drawing/2014/main" id="{58D447F0-A68E-E31D-40C6-EBDB5CC59BD0}"/>
                  </a:ext>
                </a:extLst>
              </p:cNvPr>
              <p:cNvSpPr/>
              <p:nvPr/>
            </p:nvSpPr>
            <p:spPr bwMode="gray">
              <a:xfrm>
                <a:off x="8425454" y="1671887"/>
                <a:ext cx="577723" cy="365719"/>
              </a:xfrm>
              <a:prstGeom prst="flowChartMagneticDisk">
                <a:avLst/>
              </a:prstGeom>
              <a:solidFill>
                <a:schemeClr val="bg1"/>
              </a:solidFill>
              <a:ln w="19050">
                <a:solidFill>
                  <a:schemeClr val="tx1">
                    <a:lumMod val="75000"/>
                    <a:lumOff val="25000"/>
                  </a:schemeClr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</p:grpSp>
        <p:pic>
          <p:nvPicPr>
            <p:cNvPr id="267" name="Picture 2" descr="Redis Logo | Sticker">
              <a:extLst>
                <a:ext uri="{FF2B5EF4-FFF2-40B4-BE49-F238E27FC236}">
                  <a16:creationId xmlns:a16="http://schemas.microsoft.com/office/drawing/2014/main" id="{C42EBFCE-B299-CE66-7786-802F0932A8E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2572" b="34884"/>
            <a:stretch/>
          </p:blipFill>
          <p:spPr bwMode="auto">
            <a:xfrm>
              <a:off x="9717994" y="4970129"/>
              <a:ext cx="496787" cy="1616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69" name="Box BG Black">
            <a:extLst>
              <a:ext uri="{FF2B5EF4-FFF2-40B4-BE49-F238E27FC236}">
                <a16:creationId xmlns:a16="http://schemas.microsoft.com/office/drawing/2014/main" id="{DD728882-2295-5DB6-FF3A-3FEFC4BC9F39}"/>
              </a:ext>
            </a:extLst>
          </p:cNvPr>
          <p:cNvSpPr/>
          <p:nvPr/>
        </p:nvSpPr>
        <p:spPr>
          <a:xfrm>
            <a:off x="12633096" y="334169"/>
            <a:ext cx="3723592" cy="1488437"/>
          </a:xfrm>
          <a:prstGeom prst="roundRect">
            <a:avLst>
              <a:gd name="adj" fmla="val 8308"/>
            </a:avLst>
          </a:prstGeom>
          <a:gradFill flip="none" rotWithShape="1">
            <a:gsLst>
              <a:gs pos="0">
                <a:sysClr val="window" lastClr="FFFFFF">
                  <a:lumMod val="95000"/>
                </a:sysClr>
              </a:gs>
              <a:gs pos="100000">
                <a:sysClr val="window" lastClr="FFFFFF">
                  <a:shade val="100000"/>
                  <a:satMod val="115000"/>
                </a:sysClr>
              </a:gs>
            </a:gsLst>
            <a:lin ang="16200000" scaled="1"/>
            <a:tileRect/>
          </a:gradFill>
          <a:ln w="12700" cap="flat" cmpd="sng" algn="ctr">
            <a:solidFill>
              <a:schemeClr val="bg1">
                <a:lumMod val="50000"/>
              </a:schemeClr>
            </a:solidFill>
            <a:prstDash val="sysDot"/>
          </a:ln>
          <a:effectLst/>
        </p:spPr>
        <p:txBody>
          <a:bodyPr vert="horz" wrap="square" lIns="216000" tIns="36000" rIns="216000" bIns="36000" numCol="1" rtlCol="0" anchor="t" anchorCtr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Calibri" pitchFamily="34" charset="0"/>
                <a:cs typeface="Calibri" pitchFamily="34" charset="0"/>
              </a:rPr>
              <a:t>Shopping Cart Microservice</a:t>
            </a:r>
          </a:p>
        </p:txBody>
      </p:sp>
      <p:grpSp>
        <p:nvGrpSpPr>
          <p:cNvPr id="270" name="Gruppieren 269">
            <a:extLst>
              <a:ext uri="{FF2B5EF4-FFF2-40B4-BE49-F238E27FC236}">
                <a16:creationId xmlns:a16="http://schemas.microsoft.com/office/drawing/2014/main" id="{FCBABA65-B3BF-80D9-EF63-DF508D64C41D}"/>
              </a:ext>
            </a:extLst>
          </p:cNvPr>
          <p:cNvGrpSpPr/>
          <p:nvPr/>
        </p:nvGrpSpPr>
        <p:grpSpPr>
          <a:xfrm>
            <a:off x="12847140" y="709103"/>
            <a:ext cx="1342618" cy="1117576"/>
            <a:chOff x="6049526" y="1427988"/>
            <a:chExt cx="1342618" cy="1117576"/>
          </a:xfrm>
        </p:grpSpPr>
        <p:grpSp>
          <p:nvGrpSpPr>
            <p:cNvPr id="271" name="Gruppieren 270">
              <a:extLst>
                <a:ext uri="{FF2B5EF4-FFF2-40B4-BE49-F238E27FC236}">
                  <a16:creationId xmlns:a16="http://schemas.microsoft.com/office/drawing/2014/main" id="{F59CD1A1-A957-6049-EACC-ED8E6AD7ED2E}"/>
                </a:ext>
              </a:extLst>
            </p:cNvPr>
            <p:cNvGrpSpPr/>
            <p:nvPr/>
          </p:nvGrpSpPr>
          <p:grpSpPr>
            <a:xfrm>
              <a:off x="6049526" y="1427988"/>
              <a:ext cx="1342618" cy="1117576"/>
              <a:chOff x="6049526" y="1427988"/>
              <a:chExt cx="1342618" cy="1117576"/>
            </a:xfrm>
          </p:grpSpPr>
          <p:grpSp>
            <p:nvGrpSpPr>
              <p:cNvPr id="273" name="Gruppieren 272">
                <a:extLst>
                  <a:ext uri="{FF2B5EF4-FFF2-40B4-BE49-F238E27FC236}">
                    <a16:creationId xmlns:a16="http://schemas.microsoft.com/office/drawing/2014/main" id="{7600D098-4550-85C3-B741-ABE879C09CDC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6049526" y="1427988"/>
                <a:ext cx="1342618" cy="842006"/>
                <a:chOff x="8328248" y="1523525"/>
                <a:chExt cx="1342618" cy="842006"/>
              </a:xfrm>
              <a:effectLst/>
            </p:grpSpPr>
            <p:grpSp>
              <p:nvGrpSpPr>
                <p:cNvPr id="275" name="Gruppieren 274">
                  <a:extLst>
                    <a:ext uri="{FF2B5EF4-FFF2-40B4-BE49-F238E27FC236}">
                      <a16:creationId xmlns:a16="http://schemas.microsoft.com/office/drawing/2014/main" id="{C9AA0BE1-3F86-765C-4BA9-63E83E12F590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487615" y="1523525"/>
                  <a:ext cx="1183251" cy="842006"/>
                  <a:chOff x="8487615" y="1523525"/>
                  <a:chExt cx="1183251" cy="842006"/>
                </a:xfrm>
              </p:grpSpPr>
              <p:sp>
                <p:nvSpPr>
                  <p:cNvPr id="295" name="Box BG Black">
                    <a:extLst>
                      <a:ext uri="{FF2B5EF4-FFF2-40B4-BE49-F238E27FC236}">
                        <a16:creationId xmlns:a16="http://schemas.microsoft.com/office/drawing/2014/main" id="{B65E4358-4A75-6369-C026-7742E5AA6253}"/>
                      </a:ext>
                    </a:extLst>
                  </p:cNvPr>
                  <p:cNvSpPr/>
                  <p:nvPr/>
                </p:nvSpPr>
                <p:spPr>
                  <a:xfrm>
                    <a:off x="8487615" y="1523525"/>
                    <a:ext cx="1183036" cy="842006"/>
                  </a:xfrm>
                  <a:prstGeom prst="roundRect">
                    <a:avLst/>
                  </a:prstGeom>
                  <a:solidFill>
                    <a:schemeClr val="tx1">
                      <a:lumMod val="75000"/>
                      <a:lumOff val="25000"/>
                    </a:schemeClr>
                  </a:solidFill>
                  <a:ln>
                    <a:noFill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fontAlgn="base">
                      <a:spcBef>
                        <a:spcPct val="0"/>
                      </a:spcBef>
                      <a:spcAft>
                        <a:spcPct val="0"/>
                      </a:spcAft>
                    </a:pPr>
                    <a:endParaRPr lang="en-US" sz="800" dirty="0">
                      <a:solidFill>
                        <a:prstClr val="black"/>
                      </a:solidFill>
                      <a:latin typeface="Calibri"/>
                    </a:endParaRPr>
                  </a:p>
                </p:txBody>
              </p:sp>
              <p:grpSp>
                <p:nvGrpSpPr>
                  <p:cNvPr id="296" name="Box Dock">
                    <a:extLst>
                      <a:ext uri="{FF2B5EF4-FFF2-40B4-BE49-F238E27FC236}">
                        <a16:creationId xmlns:a16="http://schemas.microsoft.com/office/drawing/2014/main" id="{25171BB6-DD23-98D5-64EB-60F377A08EDB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85412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303" name="Box Dock BB">
                      <a:extLst>
                        <a:ext uri="{FF2B5EF4-FFF2-40B4-BE49-F238E27FC236}">
                          <a16:creationId xmlns:a16="http://schemas.microsoft.com/office/drawing/2014/main" id="{8ABE1E4E-199A-97DA-19FC-DF5FB2EB04C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4" name="Box Dock TT">
                      <a:extLst>
                        <a:ext uri="{FF2B5EF4-FFF2-40B4-BE49-F238E27FC236}">
                          <a16:creationId xmlns:a16="http://schemas.microsoft.com/office/drawing/2014/main" id="{78135BDA-F1EB-4037-2F41-9983F7D799D7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5" name="Box Dock TM">
                      <a:extLst>
                        <a:ext uri="{FF2B5EF4-FFF2-40B4-BE49-F238E27FC236}">
                          <a16:creationId xmlns:a16="http://schemas.microsoft.com/office/drawing/2014/main" id="{0DC3101D-575D-79AC-E18F-1B63ABCEB1CB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6" name="Box Dock BM">
                      <a:extLst>
                        <a:ext uri="{FF2B5EF4-FFF2-40B4-BE49-F238E27FC236}">
                          <a16:creationId xmlns:a16="http://schemas.microsoft.com/office/drawing/2014/main" id="{D24261FA-5AB3-BBC2-059B-F1A27FA8B022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7" name="Box Dock TM">
                      <a:extLst>
                        <a:ext uri="{FF2B5EF4-FFF2-40B4-BE49-F238E27FC236}">
                          <a16:creationId xmlns:a16="http://schemas.microsoft.com/office/drawing/2014/main" id="{BF073E24-CEA7-6DCD-7CF8-DFB0FF2345D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  <p:grpSp>
                <p:nvGrpSpPr>
                  <p:cNvPr id="297" name="Box Dock">
                    <a:extLst>
                      <a:ext uri="{FF2B5EF4-FFF2-40B4-BE49-F238E27FC236}">
                        <a16:creationId xmlns:a16="http://schemas.microsoft.com/office/drawing/2014/main" id="{78D32592-3261-00AA-FAC3-9245CA683C7D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487615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298" name="Box Dock BB">
                      <a:extLst>
                        <a:ext uri="{FF2B5EF4-FFF2-40B4-BE49-F238E27FC236}">
                          <a16:creationId xmlns:a16="http://schemas.microsoft.com/office/drawing/2014/main" id="{70EC0638-7CB7-D4CE-BB29-E5362FC441C8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99" name="Box Dock TT">
                      <a:extLst>
                        <a:ext uri="{FF2B5EF4-FFF2-40B4-BE49-F238E27FC236}">
                          <a16:creationId xmlns:a16="http://schemas.microsoft.com/office/drawing/2014/main" id="{CE837E84-69CE-1E2B-F374-691322285311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0" name="Box Dock TM">
                      <a:extLst>
                        <a:ext uri="{FF2B5EF4-FFF2-40B4-BE49-F238E27FC236}">
                          <a16:creationId xmlns:a16="http://schemas.microsoft.com/office/drawing/2014/main" id="{EC3B243B-2B59-EAD3-C4A4-E6DB0FB92336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1" name="Box Dock BM">
                      <a:extLst>
                        <a:ext uri="{FF2B5EF4-FFF2-40B4-BE49-F238E27FC236}">
                          <a16:creationId xmlns:a16="http://schemas.microsoft.com/office/drawing/2014/main" id="{ECF9E76C-D53C-5755-5CD1-C3C39157DA3A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2" name="Box Dock TM">
                      <a:extLst>
                        <a:ext uri="{FF2B5EF4-FFF2-40B4-BE49-F238E27FC236}">
                          <a16:creationId xmlns:a16="http://schemas.microsoft.com/office/drawing/2014/main" id="{E7C94C6D-1B32-779E-C8C4-CDE051580948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276" name="Gruppieren 275">
                  <a:extLst>
                    <a:ext uri="{FF2B5EF4-FFF2-40B4-BE49-F238E27FC236}">
                      <a16:creationId xmlns:a16="http://schemas.microsoft.com/office/drawing/2014/main" id="{892EDFCA-0B23-1F23-B18A-BB7E0D7F3EF7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9345471" y="1569340"/>
                  <a:ext cx="283804" cy="750377"/>
                  <a:chOff x="9345471" y="1569340"/>
                  <a:chExt cx="283804" cy="750377"/>
                </a:xfrm>
              </p:grpSpPr>
              <p:sp>
                <p:nvSpPr>
                  <p:cNvPr id="288" name="Box BG Black">
                    <a:extLst>
                      <a:ext uri="{FF2B5EF4-FFF2-40B4-BE49-F238E27FC236}">
                        <a16:creationId xmlns:a16="http://schemas.microsoft.com/office/drawing/2014/main" id="{FFEA863F-BF8C-3F79-A189-3117B0CE05C5}"/>
                      </a:ext>
                    </a:extLst>
                  </p:cNvPr>
                  <p:cNvSpPr/>
                  <p:nvPr/>
                </p:nvSpPr>
                <p:spPr>
                  <a:xfrm>
                    <a:off x="9345471" y="1569340"/>
                    <a:ext cx="283804" cy="750377"/>
                  </a:xfrm>
                  <a:prstGeom prst="roundRect">
                    <a:avLst>
                      <a:gd name="adj" fmla="val 50000"/>
                    </a:avLst>
                  </a:prstGeom>
                  <a:gradFill flip="none" rotWithShape="1">
                    <a:gsLst>
                      <a:gs pos="0">
                        <a:srgbClr val="604A7B"/>
                      </a:gs>
                      <a:gs pos="100000">
                        <a:srgbClr val="FF07ED"/>
                      </a:gs>
                    </a:gsLst>
                    <a:lin ang="0" scaled="1"/>
                    <a:tileRect/>
                  </a:gradFill>
                  <a:ln w="25400" cap="flat" cmpd="sng" algn="ctr">
                    <a:noFill/>
                    <a:prstDash val="solid"/>
                  </a:ln>
                  <a:effectLst/>
                </p:spPr>
                <p:txBody>
                  <a:bodyPr vert="vert270" lIns="36000" rtlCol="0" anchor="t"/>
                  <a:lstStyle/>
                  <a:p>
                    <a:pPr algn="ctr"/>
                    <a:endParaRPr lang="en-US" sz="1300" b="1" kern="0" dirty="0">
                      <a:solidFill>
                        <a:schemeClr val="bg1"/>
                      </a:solidFill>
                      <a:latin typeface="Calibri"/>
                    </a:endParaRPr>
                  </a:p>
                </p:txBody>
              </p:sp>
              <p:grpSp>
                <p:nvGrpSpPr>
                  <p:cNvPr id="289" name="Box Dock">
                    <a:extLst>
                      <a:ext uri="{FF2B5EF4-FFF2-40B4-BE49-F238E27FC236}">
                        <a16:creationId xmlns:a16="http://schemas.microsoft.com/office/drawing/2014/main" id="{4B031B55-7830-516B-981E-537B81CDF7D8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43391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290" name="DAL Dock BB">
                      <a:extLst>
                        <a:ext uri="{FF2B5EF4-FFF2-40B4-BE49-F238E27FC236}">
                          <a16:creationId xmlns:a16="http://schemas.microsoft.com/office/drawing/2014/main" id="{2E076109-FA02-1981-F70B-EC916DBC1155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91" name="DAL Dock BM">
                      <a:extLst>
                        <a:ext uri="{FF2B5EF4-FFF2-40B4-BE49-F238E27FC236}">
                          <a16:creationId xmlns:a16="http://schemas.microsoft.com/office/drawing/2014/main" id="{FABC6D01-34C1-7226-455B-D5184FA9A04C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92" name="DAL Dock MM">
                      <a:extLst>
                        <a:ext uri="{FF2B5EF4-FFF2-40B4-BE49-F238E27FC236}">
                          <a16:creationId xmlns:a16="http://schemas.microsoft.com/office/drawing/2014/main" id="{5D039A5B-0D4C-A1E8-7241-60D9CE9FD1F7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93" name="DAL Dock TM">
                      <a:extLst>
                        <a:ext uri="{FF2B5EF4-FFF2-40B4-BE49-F238E27FC236}">
                          <a16:creationId xmlns:a16="http://schemas.microsoft.com/office/drawing/2014/main" id="{9EA51E75-F700-9DBA-1DBF-80B9295C5DD6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94" name="DAL Dock TT">
                      <a:extLst>
                        <a:ext uri="{FF2B5EF4-FFF2-40B4-BE49-F238E27FC236}">
                          <a16:creationId xmlns:a16="http://schemas.microsoft.com/office/drawing/2014/main" id="{B242D6C5-627E-2CAE-1516-E209E74C57C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277" name="Gruppieren 276">
                  <a:extLst>
                    <a:ext uri="{FF2B5EF4-FFF2-40B4-BE49-F238E27FC236}">
                      <a16:creationId xmlns:a16="http://schemas.microsoft.com/office/drawing/2014/main" id="{2D213478-8814-6EAE-D333-7DF79F1DB86A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328248" y="1569340"/>
                  <a:ext cx="486693" cy="750377"/>
                  <a:chOff x="8328248" y="1569340"/>
                  <a:chExt cx="486693" cy="750377"/>
                </a:xfrm>
              </p:grpSpPr>
              <p:sp>
                <p:nvSpPr>
                  <p:cNvPr id="281" name="PL BG Blue">
                    <a:extLst>
                      <a:ext uri="{FF2B5EF4-FFF2-40B4-BE49-F238E27FC236}">
                        <a16:creationId xmlns:a16="http://schemas.microsoft.com/office/drawing/2014/main" id="{A67F5B1E-C8BE-EA9D-7621-558C5C32CFAB}"/>
                      </a:ext>
                    </a:extLst>
                  </p:cNvPr>
                  <p:cNvSpPr/>
                  <p:nvPr/>
                </p:nvSpPr>
                <p:spPr>
                  <a:xfrm>
                    <a:off x="8328248" y="1569340"/>
                    <a:ext cx="486693" cy="750377"/>
                  </a:xfrm>
                  <a:prstGeom prst="roundRect">
                    <a:avLst>
                      <a:gd name="adj" fmla="val 26461"/>
                    </a:avLst>
                  </a:prstGeom>
                  <a:gradFill flip="none" rotWithShape="1">
                    <a:gsLst>
                      <a:gs pos="0">
                        <a:srgbClr val="00B0F0">
                          <a:shade val="30000"/>
                          <a:satMod val="115000"/>
                        </a:srgbClr>
                      </a:gs>
                      <a:gs pos="100000">
                        <a:srgbClr val="00B0F0">
                          <a:shade val="100000"/>
                          <a:satMod val="115000"/>
                        </a:srgbClr>
                      </a:gs>
                    </a:gsLst>
                    <a:lin ang="0" scaled="1"/>
                    <a:tileRect/>
                  </a:gradFill>
                  <a:ln w="25400" cap="flat" cmpd="sng" algn="ctr">
                    <a:noFill/>
                    <a:prstDash val="solid"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vert="vert270" wrap="none" lIns="0" tIns="0" rIns="0" bIns="0" rtlCol="0" anchor="t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lang="en-US" sz="1200" b="1" kern="100" spc="-50" dirty="0">
                        <a:solidFill>
                          <a:schemeClr val="bg1"/>
                        </a:solidFill>
                        <a:latin typeface="Calibri"/>
                      </a:rPr>
                      <a:t>HTTP API</a:t>
                    </a:r>
                  </a:p>
                </p:txBody>
              </p:sp>
              <p:grpSp>
                <p:nvGrpSpPr>
                  <p:cNvPr id="282" name="Box Dock">
                    <a:extLst>
                      <a:ext uri="{FF2B5EF4-FFF2-40B4-BE49-F238E27FC236}">
                        <a16:creationId xmlns:a16="http://schemas.microsoft.com/office/drawing/2014/main" id="{8EC3BC08-6EB4-41C2-4391-25CA92CF860A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328248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283" name="PL Dock BB">
                      <a:extLst>
                        <a:ext uri="{FF2B5EF4-FFF2-40B4-BE49-F238E27FC236}">
                          <a16:creationId xmlns:a16="http://schemas.microsoft.com/office/drawing/2014/main" id="{55C3F037-D7CF-D850-9309-5F4D169BE5D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84" name="PL Dock BM">
                      <a:extLst>
                        <a:ext uri="{FF2B5EF4-FFF2-40B4-BE49-F238E27FC236}">
                          <a16:creationId xmlns:a16="http://schemas.microsoft.com/office/drawing/2014/main" id="{117D2113-7981-11A9-496C-CE6FDE45180A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85" name="PL Dock MM">
                      <a:extLst>
                        <a:ext uri="{FF2B5EF4-FFF2-40B4-BE49-F238E27FC236}">
                          <a16:creationId xmlns:a16="http://schemas.microsoft.com/office/drawing/2014/main" id="{CD4CB24F-F06F-03B0-1925-8280F4D2522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86" name="PL Dock TM">
                      <a:extLst>
                        <a:ext uri="{FF2B5EF4-FFF2-40B4-BE49-F238E27FC236}">
                          <a16:creationId xmlns:a16="http://schemas.microsoft.com/office/drawing/2014/main" id="{8D2AADCA-E33E-0614-7BCB-06CB267BB09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87" name="PL Dock TT">
                      <a:extLst>
                        <a:ext uri="{FF2B5EF4-FFF2-40B4-BE49-F238E27FC236}">
                          <a16:creationId xmlns:a16="http://schemas.microsoft.com/office/drawing/2014/main" id="{C738EC40-17F1-6DB4-E19C-777BE884BCDF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278" name="BLL">
                  <a:extLst>
                    <a:ext uri="{FF2B5EF4-FFF2-40B4-BE49-F238E27FC236}">
                      <a16:creationId xmlns:a16="http://schemas.microsoft.com/office/drawing/2014/main" id="{02A447F1-6258-F311-FFB8-D0422448D5CD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8590275" y="1632089"/>
                  <a:ext cx="977716" cy="624878"/>
                  <a:chOff x="8590275" y="1632089"/>
                  <a:chExt cx="977716" cy="624878"/>
                </a:xfrm>
              </p:grpSpPr>
              <p:sp>
                <p:nvSpPr>
                  <p:cNvPr id="279" name="BLL BG White">
                    <a:extLst>
                      <a:ext uri="{FF2B5EF4-FFF2-40B4-BE49-F238E27FC236}">
                        <a16:creationId xmlns:a16="http://schemas.microsoft.com/office/drawing/2014/main" id="{97565A87-3533-77ED-04DE-22FE076522A4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590275" y="1632089"/>
                    <a:ext cx="977716" cy="624878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80" name="BLL BG White">
                    <a:extLst>
                      <a:ext uri="{FF2B5EF4-FFF2-40B4-BE49-F238E27FC236}">
                        <a16:creationId xmlns:a16="http://schemas.microsoft.com/office/drawing/2014/main" id="{9FC56D8A-9030-AED5-D151-1F23267746A8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616672" y="1654783"/>
                    <a:ext cx="924923" cy="579490"/>
                  </a:xfrm>
                  <a:prstGeom prst="roundRect">
                    <a:avLst/>
                  </a:prstGeom>
                  <a:noFill/>
                  <a:ln>
                    <a:solidFill>
                      <a:srgbClr val="FF9C4B"/>
                    </a:solidFill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</p:grpSp>
          </p:grpSp>
          <p:sp>
            <p:nvSpPr>
              <p:cNvPr id="274" name="Textfeld 273">
                <a:extLst>
                  <a:ext uri="{FF2B5EF4-FFF2-40B4-BE49-F238E27FC236}">
                    <a16:creationId xmlns:a16="http://schemas.microsoft.com/office/drawing/2014/main" id="{D8DEA723-4FB7-9F84-BBA2-942F9341384D}"/>
                  </a:ext>
                </a:extLst>
              </p:cNvPr>
              <p:cNvSpPr txBox="1"/>
              <p:nvPr/>
            </p:nvSpPr>
            <p:spPr>
              <a:xfrm>
                <a:off x="6208415" y="2287032"/>
                <a:ext cx="1183036" cy="258532"/>
              </a:xfrm>
              <a:prstGeom prst="rect">
                <a:avLst/>
              </a:prstGeom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ctr">
                  <a:lnSpc>
                    <a:spcPct val="90000"/>
                  </a:lnSpc>
                  <a:defRPr sz="1200" kern="0"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Calibri" pitchFamily="34" charset="0"/>
                    <a:cs typeface="Calibri" pitchFamily="34" charset="0"/>
                  </a:defRPr>
                </a:lvl1pPr>
              </a:lstStyle>
              <a:p>
                <a:r>
                  <a:rPr lang="en-US" dirty="0"/>
                  <a:t>Cart Service</a:t>
                </a:r>
              </a:p>
            </p:txBody>
          </p:sp>
        </p:grpSp>
        <p:pic>
          <p:nvPicPr>
            <p:cNvPr id="272" name="Grafik 271">
              <a:extLst>
                <a:ext uri="{FF2B5EF4-FFF2-40B4-BE49-F238E27FC236}">
                  <a16:creationId xmlns:a16="http://schemas.microsoft.com/office/drawing/2014/main" id="{65E8B69F-84A4-D5DB-C3E6-6753989A8C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68593" y="1621122"/>
              <a:ext cx="457576" cy="455738"/>
            </a:xfrm>
            <a:prstGeom prst="rect">
              <a:avLst/>
            </a:prstGeom>
          </p:spPr>
        </p:pic>
      </p:grpSp>
      <p:cxnSp>
        <p:nvCxnSpPr>
          <p:cNvPr id="346" name="Gerade Verbindung mit Pfeil 345">
            <a:extLst>
              <a:ext uri="{FF2B5EF4-FFF2-40B4-BE49-F238E27FC236}">
                <a16:creationId xmlns:a16="http://schemas.microsoft.com/office/drawing/2014/main" id="{F989DB09-4EA8-156F-85CC-75583D957347}"/>
              </a:ext>
            </a:extLst>
          </p:cNvPr>
          <p:cNvCxnSpPr>
            <a:cxnSpLocks/>
            <a:stCxn id="292" idx="3"/>
            <a:endCxn id="438" idx="1"/>
          </p:cNvCxnSpPr>
          <p:nvPr/>
        </p:nvCxnSpPr>
        <p:spPr>
          <a:xfrm>
            <a:off x="14147737" y="1130107"/>
            <a:ext cx="628363" cy="0"/>
          </a:xfrm>
          <a:prstGeom prst="straightConnector1">
            <a:avLst/>
          </a:prstGeom>
          <a:ln w="28575">
            <a:solidFill>
              <a:srgbClr val="FF07AC"/>
            </a:solidFill>
            <a:prstDash val="sysDot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1" name="Gruppieren 420">
            <a:extLst>
              <a:ext uri="{FF2B5EF4-FFF2-40B4-BE49-F238E27FC236}">
                <a16:creationId xmlns:a16="http://schemas.microsoft.com/office/drawing/2014/main" id="{DC4D5DD4-B533-28AA-3386-78D40D3F1A02}"/>
              </a:ext>
            </a:extLst>
          </p:cNvPr>
          <p:cNvGrpSpPr/>
          <p:nvPr/>
        </p:nvGrpSpPr>
        <p:grpSpPr>
          <a:xfrm>
            <a:off x="14776100" y="709103"/>
            <a:ext cx="1342618" cy="1117576"/>
            <a:chOff x="9214781" y="4580281"/>
            <a:chExt cx="1342618" cy="1117576"/>
          </a:xfrm>
        </p:grpSpPr>
        <p:grpSp>
          <p:nvGrpSpPr>
            <p:cNvPr id="422" name="Gruppieren 421">
              <a:extLst>
                <a:ext uri="{FF2B5EF4-FFF2-40B4-BE49-F238E27FC236}">
                  <a16:creationId xmlns:a16="http://schemas.microsoft.com/office/drawing/2014/main" id="{7C6EEC29-F8DC-1CF2-5D35-C8A9BF3E0D75}"/>
                </a:ext>
              </a:extLst>
            </p:cNvPr>
            <p:cNvGrpSpPr/>
            <p:nvPr/>
          </p:nvGrpSpPr>
          <p:grpSpPr>
            <a:xfrm>
              <a:off x="9214781" y="4580281"/>
              <a:ext cx="1342618" cy="1117576"/>
              <a:chOff x="7955800" y="1427988"/>
              <a:chExt cx="1342618" cy="1117576"/>
            </a:xfrm>
          </p:grpSpPr>
          <p:grpSp>
            <p:nvGrpSpPr>
              <p:cNvPr id="424" name="Gruppieren 423">
                <a:extLst>
                  <a:ext uri="{FF2B5EF4-FFF2-40B4-BE49-F238E27FC236}">
                    <a16:creationId xmlns:a16="http://schemas.microsoft.com/office/drawing/2014/main" id="{995F6131-2E6D-450A-6146-CF5FDC9E96F2}"/>
                  </a:ext>
                </a:extLst>
              </p:cNvPr>
              <p:cNvGrpSpPr/>
              <p:nvPr/>
            </p:nvGrpSpPr>
            <p:grpSpPr>
              <a:xfrm>
                <a:off x="7955800" y="1427988"/>
                <a:ext cx="1342618" cy="1117576"/>
                <a:chOff x="6049526" y="1427988"/>
                <a:chExt cx="1342618" cy="1117576"/>
              </a:xfrm>
            </p:grpSpPr>
            <p:grpSp>
              <p:nvGrpSpPr>
                <p:cNvPr id="426" name="Gruppieren 425">
                  <a:extLst>
                    <a:ext uri="{FF2B5EF4-FFF2-40B4-BE49-F238E27FC236}">
                      <a16:creationId xmlns:a16="http://schemas.microsoft.com/office/drawing/2014/main" id="{1D898E4C-A9D3-3220-F4C5-F4943C2E4AC2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6049526" y="1427988"/>
                  <a:ext cx="1342618" cy="842006"/>
                  <a:chOff x="8328248" y="1523525"/>
                  <a:chExt cx="1342618" cy="842006"/>
                </a:xfrm>
                <a:effectLst/>
              </p:grpSpPr>
              <p:grpSp>
                <p:nvGrpSpPr>
                  <p:cNvPr id="428" name="Gruppieren 427">
                    <a:extLst>
                      <a:ext uri="{FF2B5EF4-FFF2-40B4-BE49-F238E27FC236}">
                        <a16:creationId xmlns:a16="http://schemas.microsoft.com/office/drawing/2014/main" id="{3D402F34-F4B6-5850-427F-DD34B700A62E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487615" y="1523525"/>
                    <a:ext cx="1183251" cy="842006"/>
                    <a:chOff x="8487615" y="1523525"/>
                    <a:chExt cx="1183251" cy="842006"/>
                  </a:xfrm>
                </p:grpSpPr>
                <p:sp>
                  <p:nvSpPr>
                    <p:cNvPr id="446" name="Box BG Black">
                      <a:extLst>
                        <a:ext uri="{FF2B5EF4-FFF2-40B4-BE49-F238E27FC236}">
                          <a16:creationId xmlns:a16="http://schemas.microsoft.com/office/drawing/2014/main" id="{144B15A1-BCAA-9FDE-093D-7575A296311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87615" y="1523525"/>
                      <a:ext cx="1183036" cy="842006"/>
                    </a:xfrm>
                    <a:prstGeom prst="roundRect">
                      <a:avLst/>
                    </a:prstGeom>
                    <a:solidFill>
                      <a:schemeClr val="tx1">
                        <a:lumMod val="75000"/>
                        <a:lumOff val="25000"/>
                      </a:schemeClr>
                    </a:solidFill>
                    <a:ln>
                      <a:noFill/>
                    </a:ln>
                    <a:effectLst>
                      <a:outerShdw blurRad="63500" sx="102000" sy="102000" algn="ctr" rotWithShape="0">
                        <a:prstClr val="black">
                          <a:alpha val="40000"/>
                        </a:prstClr>
                      </a:outerShdw>
                    </a:effectLst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p:txBody>
                </p:sp>
                <p:grpSp>
                  <p:nvGrpSpPr>
                    <p:cNvPr id="447" name="Box Dock">
                      <a:extLst>
                        <a:ext uri="{FF2B5EF4-FFF2-40B4-BE49-F238E27FC236}">
                          <a16:creationId xmlns:a16="http://schemas.microsoft.com/office/drawing/2014/main" id="{9569E3C6-DD62-FE02-8971-3BAE012F1AE7}"/>
                        </a:ext>
                      </a:extLst>
                    </p:cNvPr>
                    <p:cNvGrpSpPr>
                      <a:grpSpLocks noGrp="1" noUngrp="1" noRot="1" noMove="1" noResize="1"/>
                    </p:cNvGrpSpPr>
                    <p:nvPr/>
                  </p:nvGrpSpPr>
                  <p:grpSpPr>
                    <a:xfrm>
                      <a:off x="9585412" y="1686102"/>
                      <a:ext cx="85454" cy="516852"/>
                      <a:chOff x="6734408" y="1594976"/>
                      <a:chExt cx="85454" cy="625391"/>
                    </a:xfrm>
                    <a:solidFill>
                      <a:srgbClr val="D99694">
                        <a:alpha val="0"/>
                      </a:srgbClr>
                    </a:solidFill>
                  </p:grpSpPr>
                  <p:sp>
                    <p:nvSpPr>
                      <p:cNvPr id="454" name="Box Dock BB">
                        <a:extLst>
                          <a:ext uri="{FF2B5EF4-FFF2-40B4-BE49-F238E27FC236}">
                            <a16:creationId xmlns:a16="http://schemas.microsoft.com/office/drawing/2014/main" id="{1989F7DE-2782-04D1-E34A-90DEFC4688DD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2126368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455" name="Box Dock TT">
                        <a:extLst>
                          <a:ext uri="{FF2B5EF4-FFF2-40B4-BE49-F238E27FC236}">
                            <a16:creationId xmlns:a16="http://schemas.microsoft.com/office/drawing/2014/main" id="{74400292-5B14-68BC-AC46-80B19258D1BD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594976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456" name="Box Dock TM">
                        <a:extLst>
                          <a:ext uri="{FF2B5EF4-FFF2-40B4-BE49-F238E27FC236}">
                            <a16:creationId xmlns:a16="http://schemas.microsoft.com/office/drawing/2014/main" id="{12769200-D03C-223E-F6DE-DA134D4C1032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727824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457" name="Box Dock BM">
                        <a:extLst>
                          <a:ext uri="{FF2B5EF4-FFF2-40B4-BE49-F238E27FC236}">
                            <a16:creationId xmlns:a16="http://schemas.microsoft.com/office/drawing/2014/main" id="{A4B2C22B-82D7-AF01-2BB4-BAD1270D470F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993521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458" name="Box Dock TM">
                        <a:extLst>
                          <a:ext uri="{FF2B5EF4-FFF2-40B4-BE49-F238E27FC236}">
                            <a16:creationId xmlns:a16="http://schemas.microsoft.com/office/drawing/2014/main" id="{8983C2A0-DF08-E633-0573-99020424F2EF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860673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</p:grpSp>
                <p:grpSp>
                  <p:nvGrpSpPr>
                    <p:cNvPr id="448" name="Box Dock">
                      <a:extLst>
                        <a:ext uri="{FF2B5EF4-FFF2-40B4-BE49-F238E27FC236}">
                          <a16:creationId xmlns:a16="http://schemas.microsoft.com/office/drawing/2014/main" id="{360EEE4A-BECE-8D9A-CF9B-466192A97FBA}"/>
                        </a:ext>
                      </a:extLst>
                    </p:cNvPr>
                    <p:cNvGrpSpPr>
                      <a:grpSpLocks noGrp="1" noUngrp="1" noRot="1" noMove="1" noResize="1"/>
                    </p:cNvGrpSpPr>
                    <p:nvPr/>
                  </p:nvGrpSpPr>
                  <p:grpSpPr>
                    <a:xfrm>
                      <a:off x="8487615" y="1686102"/>
                      <a:ext cx="85454" cy="516852"/>
                      <a:chOff x="6734408" y="1594976"/>
                      <a:chExt cx="85454" cy="625391"/>
                    </a:xfrm>
                    <a:solidFill>
                      <a:srgbClr val="D99694">
                        <a:alpha val="0"/>
                      </a:srgbClr>
                    </a:solidFill>
                  </p:grpSpPr>
                  <p:sp>
                    <p:nvSpPr>
                      <p:cNvPr id="449" name="Box Dock BB">
                        <a:extLst>
                          <a:ext uri="{FF2B5EF4-FFF2-40B4-BE49-F238E27FC236}">
                            <a16:creationId xmlns:a16="http://schemas.microsoft.com/office/drawing/2014/main" id="{AA58A54C-6CB3-FB15-248F-5C6E6A252DEF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2126368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450" name="Box Dock TT">
                        <a:extLst>
                          <a:ext uri="{FF2B5EF4-FFF2-40B4-BE49-F238E27FC236}">
                            <a16:creationId xmlns:a16="http://schemas.microsoft.com/office/drawing/2014/main" id="{DB450FEF-0A52-7930-4BD9-AD96FD6E8289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594976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451" name="Box Dock TM">
                        <a:extLst>
                          <a:ext uri="{FF2B5EF4-FFF2-40B4-BE49-F238E27FC236}">
                            <a16:creationId xmlns:a16="http://schemas.microsoft.com/office/drawing/2014/main" id="{8539A55A-7BE3-91BA-D3D0-055CF0798DC3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727824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452" name="Box Dock BM">
                        <a:extLst>
                          <a:ext uri="{FF2B5EF4-FFF2-40B4-BE49-F238E27FC236}">
                            <a16:creationId xmlns:a16="http://schemas.microsoft.com/office/drawing/2014/main" id="{6BA9E101-9092-21A4-BFAD-FCF44F8C64E8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993521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453" name="Box Dock TM">
                        <a:extLst>
                          <a:ext uri="{FF2B5EF4-FFF2-40B4-BE49-F238E27FC236}">
                            <a16:creationId xmlns:a16="http://schemas.microsoft.com/office/drawing/2014/main" id="{D1E373FB-BC3B-7173-C9CB-28414A689F6B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860673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</p:grpSp>
              </p:grpSp>
              <p:grpSp>
                <p:nvGrpSpPr>
                  <p:cNvPr id="429" name="Box Dock">
                    <a:extLst>
                      <a:ext uri="{FF2B5EF4-FFF2-40B4-BE49-F238E27FC236}">
                        <a16:creationId xmlns:a16="http://schemas.microsoft.com/office/drawing/2014/main" id="{AFA01AF0-D936-4976-FDE5-21937EB1191B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43391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441" name="DAL Dock BB">
                      <a:extLst>
                        <a:ext uri="{FF2B5EF4-FFF2-40B4-BE49-F238E27FC236}">
                          <a16:creationId xmlns:a16="http://schemas.microsoft.com/office/drawing/2014/main" id="{95BA14BD-EDA0-1910-1BFF-E939CA720CE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42" name="DAL Dock BM">
                      <a:extLst>
                        <a:ext uri="{FF2B5EF4-FFF2-40B4-BE49-F238E27FC236}">
                          <a16:creationId xmlns:a16="http://schemas.microsoft.com/office/drawing/2014/main" id="{7BE27545-890B-337B-61CE-88F609F8AF6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43" name="DAL Dock MM">
                      <a:extLst>
                        <a:ext uri="{FF2B5EF4-FFF2-40B4-BE49-F238E27FC236}">
                          <a16:creationId xmlns:a16="http://schemas.microsoft.com/office/drawing/2014/main" id="{50645A28-3E9B-8679-E9A0-6A496F78E71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44" name="DAL Dock TM">
                      <a:extLst>
                        <a:ext uri="{FF2B5EF4-FFF2-40B4-BE49-F238E27FC236}">
                          <a16:creationId xmlns:a16="http://schemas.microsoft.com/office/drawing/2014/main" id="{27062156-5515-59B1-7AE5-EACC7B82F088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45" name="DAL Dock TT">
                      <a:extLst>
                        <a:ext uri="{FF2B5EF4-FFF2-40B4-BE49-F238E27FC236}">
                          <a16:creationId xmlns:a16="http://schemas.microsoft.com/office/drawing/2014/main" id="{79746D6C-7DAC-C742-1CBC-912878C32D07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  <p:grpSp>
                <p:nvGrpSpPr>
                  <p:cNvPr id="430" name="Gruppieren 429">
                    <a:extLst>
                      <a:ext uri="{FF2B5EF4-FFF2-40B4-BE49-F238E27FC236}">
                        <a16:creationId xmlns:a16="http://schemas.microsoft.com/office/drawing/2014/main" id="{B9EA6F52-0F5D-464C-D85D-6941A22F4A94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328248" y="1569340"/>
                    <a:ext cx="486693" cy="750377"/>
                    <a:chOff x="8328248" y="1569340"/>
                    <a:chExt cx="486693" cy="750377"/>
                  </a:xfrm>
                </p:grpSpPr>
                <p:sp>
                  <p:nvSpPr>
                    <p:cNvPr id="434" name="PL BG Blue">
                      <a:extLst>
                        <a:ext uri="{FF2B5EF4-FFF2-40B4-BE49-F238E27FC236}">
                          <a16:creationId xmlns:a16="http://schemas.microsoft.com/office/drawing/2014/main" id="{1B1D5548-941E-4ADB-F79E-407F9906F87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28248" y="1569340"/>
                      <a:ext cx="486693" cy="750377"/>
                    </a:xfrm>
                    <a:prstGeom prst="roundRect">
                      <a:avLst>
                        <a:gd name="adj" fmla="val 26461"/>
                      </a:avLst>
                    </a:prstGeom>
                    <a:gradFill flip="none" rotWithShape="1">
                      <a:gsLst>
                        <a:gs pos="0">
                          <a:srgbClr val="00B0F0">
                            <a:shade val="30000"/>
                            <a:satMod val="115000"/>
                          </a:srgbClr>
                        </a:gs>
                        <a:gs pos="100000">
                          <a:srgbClr val="00B0F0">
                            <a:shade val="100000"/>
                            <a:satMod val="115000"/>
                          </a:srgbClr>
                        </a:gs>
                      </a:gsLst>
                      <a:lin ang="0" scaled="1"/>
                      <a:tileRect/>
                    </a:gradFill>
                    <a:ln w="25400" cap="flat" cmpd="sng" algn="ctr">
                      <a:noFill/>
                      <a:prstDash val="solid"/>
                    </a:ln>
                    <a:effectLst>
                      <a:outerShdw blurRad="63500" sx="102000" sy="102000" algn="ctr" rotWithShape="0">
                        <a:prstClr val="black">
                          <a:alpha val="40000"/>
                        </a:prstClr>
                      </a:outerShdw>
                    </a:effectLst>
                  </p:spPr>
                  <p:txBody>
                    <a:bodyPr vert="vert270" wrap="none" lIns="0" tIns="0" rIns="0" bIns="0" rtlCol="0" anchor="t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00" cap="none" spc="-5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Redis API</a:t>
                      </a:r>
                    </a:p>
                  </p:txBody>
                </p:sp>
                <p:grpSp>
                  <p:nvGrpSpPr>
                    <p:cNvPr id="435" name="Box Dock">
                      <a:extLst>
                        <a:ext uri="{FF2B5EF4-FFF2-40B4-BE49-F238E27FC236}">
                          <a16:creationId xmlns:a16="http://schemas.microsoft.com/office/drawing/2014/main" id="{F776AAAC-69F0-CE2E-CD84-1E14544D476F}"/>
                        </a:ext>
                      </a:extLst>
                    </p:cNvPr>
                    <p:cNvGrpSpPr>
                      <a:grpSpLocks noGrp="1" noUngrp="1" noRot="1" noMove="1" noResize="1"/>
                    </p:cNvGrpSpPr>
                    <p:nvPr/>
                  </p:nvGrpSpPr>
                  <p:grpSpPr>
                    <a:xfrm>
                      <a:off x="8328248" y="1686102"/>
                      <a:ext cx="85454" cy="516852"/>
                      <a:chOff x="6734408" y="1594976"/>
                      <a:chExt cx="85454" cy="625391"/>
                    </a:xfrm>
                    <a:solidFill>
                      <a:srgbClr val="D99694">
                        <a:alpha val="0"/>
                      </a:srgbClr>
                    </a:solidFill>
                  </p:grpSpPr>
                  <p:sp>
                    <p:nvSpPr>
                      <p:cNvPr id="436" name="PL Dock BB">
                        <a:extLst>
                          <a:ext uri="{FF2B5EF4-FFF2-40B4-BE49-F238E27FC236}">
                            <a16:creationId xmlns:a16="http://schemas.microsoft.com/office/drawing/2014/main" id="{18C54739-3909-8F3C-6CC5-FA0779760F88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2126368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437" name="PL Dock BM">
                        <a:extLst>
                          <a:ext uri="{FF2B5EF4-FFF2-40B4-BE49-F238E27FC236}">
                            <a16:creationId xmlns:a16="http://schemas.microsoft.com/office/drawing/2014/main" id="{153F7CCB-19CA-B90C-1B16-F02A1E0AA246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993521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438" name="PL Dock MM">
                        <a:extLst>
                          <a:ext uri="{FF2B5EF4-FFF2-40B4-BE49-F238E27FC236}">
                            <a16:creationId xmlns:a16="http://schemas.microsoft.com/office/drawing/2014/main" id="{719B3A1A-B274-3C80-ED95-D0A30858A9DF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860673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439" name="PL Dock TM">
                        <a:extLst>
                          <a:ext uri="{FF2B5EF4-FFF2-40B4-BE49-F238E27FC236}">
                            <a16:creationId xmlns:a16="http://schemas.microsoft.com/office/drawing/2014/main" id="{FCB63D9B-9D40-B1E8-3F8B-EEFB1C8F3918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727824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440" name="PL Dock TT">
                        <a:extLst>
                          <a:ext uri="{FF2B5EF4-FFF2-40B4-BE49-F238E27FC236}">
                            <a16:creationId xmlns:a16="http://schemas.microsoft.com/office/drawing/2014/main" id="{BAF139F2-0DBA-EBED-A1B3-54ED9E8CC606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594976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</p:grpSp>
              </p:grpSp>
              <p:grpSp>
                <p:nvGrpSpPr>
                  <p:cNvPr id="431" name="BLL">
                    <a:extLst>
                      <a:ext uri="{FF2B5EF4-FFF2-40B4-BE49-F238E27FC236}">
                        <a16:creationId xmlns:a16="http://schemas.microsoft.com/office/drawing/2014/main" id="{D303DAD3-660A-5DDD-8E35-713036EAF24C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>
                  <a:xfrm>
                    <a:off x="8590275" y="1632089"/>
                    <a:ext cx="977716" cy="624878"/>
                    <a:chOff x="8590275" y="1632089"/>
                    <a:chExt cx="977716" cy="624878"/>
                  </a:xfrm>
                </p:grpSpPr>
                <p:sp>
                  <p:nvSpPr>
                    <p:cNvPr id="432" name="BLL BG White">
                      <a:extLst>
                        <a:ext uri="{FF2B5EF4-FFF2-40B4-BE49-F238E27FC236}">
                          <a16:creationId xmlns:a16="http://schemas.microsoft.com/office/drawing/2014/main" id="{F180B572-E1AD-8111-5835-2AA19738AEEC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>
                    <a:xfrm>
                      <a:off x="8590275" y="1632089"/>
                      <a:ext cx="977716" cy="624878"/>
                    </a:xfrm>
                    <a:prstGeom prst="roundRect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bg1"/>
                      </a:solidFill>
                    </a:ln>
                    <a:effectLst>
                      <a:outerShdw blurRad="63500" sx="102000" sy="102000" algn="ctr" rotWithShape="0">
                        <a:prstClr val="black">
                          <a:alpha val="40000"/>
                        </a:prstClr>
                      </a:outerShdw>
                    </a:effectLst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33" name="BLL BG White">
                      <a:extLst>
                        <a:ext uri="{FF2B5EF4-FFF2-40B4-BE49-F238E27FC236}">
                          <a16:creationId xmlns:a16="http://schemas.microsoft.com/office/drawing/2014/main" id="{83089D4D-6852-C8E0-243A-781C777360D6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>
                    <a:xfrm>
                      <a:off x="8616672" y="1654783"/>
                      <a:ext cx="924923" cy="579490"/>
                    </a:xfrm>
                    <a:prstGeom prst="roundRect">
                      <a:avLst/>
                    </a:prstGeom>
                    <a:noFill/>
                    <a:ln>
                      <a:solidFill>
                        <a:srgbClr val="C52EBE"/>
                      </a:solidFill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sp>
              <p:nvSpPr>
                <p:cNvPr id="427" name="Textfeld 426">
                  <a:extLst>
                    <a:ext uri="{FF2B5EF4-FFF2-40B4-BE49-F238E27FC236}">
                      <a16:creationId xmlns:a16="http://schemas.microsoft.com/office/drawing/2014/main" id="{C0001B95-DDEB-7F77-FE73-ED5D5D43643A}"/>
                    </a:ext>
                  </a:extLst>
                </p:cNvPr>
                <p:cNvSpPr txBox="1"/>
                <p:nvPr/>
              </p:nvSpPr>
              <p:spPr>
                <a:xfrm>
                  <a:off x="6208415" y="2287032"/>
                  <a:ext cx="1183036" cy="258532"/>
                </a:xfrm>
                <a:prstGeom prst="rect">
                  <a:avLst/>
                </a:prstGeom>
              </p:spPr>
              <p:txBody>
                <a:bodyPr wrap="square" rtlCol="0">
                  <a:spAutoFit/>
                </a:bodyPr>
                <a:lstStyle>
                  <a:defPPr>
                    <a:defRPr lang="en-US"/>
                  </a:defPPr>
                  <a:lvl1pPr algn="ctr">
                    <a:lnSpc>
                      <a:spcPct val="90000"/>
                    </a:lnSpc>
                    <a:defRPr sz="1200" kern="0">
                      <a:solidFill>
                        <a:prstClr val="black">
                          <a:lumMod val="75000"/>
                          <a:lumOff val="25000"/>
                        </a:prstClr>
                      </a:solidFill>
                      <a:latin typeface="Calibri" pitchFamily="34" charset="0"/>
                      <a:cs typeface="Calibri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2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>
                          <a:lumMod val="75000"/>
                          <a:lumOff val="25000"/>
                        </a:prstClr>
                      </a:solidFill>
                      <a:effectLst/>
                      <a:uLnTx/>
                      <a:uFillTx/>
                      <a:latin typeface="Calibri" pitchFamily="34" charset="0"/>
                      <a:ea typeface="+mn-ea"/>
                      <a:cs typeface="Calibri" pitchFamily="34" charset="0"/>
                    </a:rPr>
                    <a:t>Cart Cache</a:t>
                  </a:r>
                </a:p>
              </p:txBody>
            </p:sp>
          </p:grpSp>
          <p:sp>
            <p:nvSpPr>
              <p:cNvPr id="425" name="Flussdiagramm: Magnetplattenspeicher 424">
                <a:extLst>
                  <a:ext uri="{FF2B5EF4-FFF2-40B4-BE49-F238E27FC236}">
                    <a16:creationId xmlns:a16="http://schemas.microsoft.com/office/drawing/2014/main" id="{B26B956C-84D4-DC93-F309-96374B45EECF}"/>
                  </a:ext>
                </a:extLst>
              </p:cNvPr>
              <p:cNvSpPr/>
              <p:nvPr/>
            </p:nvSpPr>
            <p:spPr bwMode="gray">
              <a:xfrm>
                <a:off x="8425454" y="1671887"/>
                <a:ext cx="577723" cy="365719"/>
              </a:xfrm>
              <a:prstGeom prst="flowChartMagneticDisk">
                <a:avLst/>
              </a:prstGeom>
              <a:solidFill>
                <a:schemeClr val="bg1"/>
              </a:solidFill>
              <a:ln w="19050">
                <a:solidFill>
                  <a:schemeClr val="tx1">
                    <a:lumMod val="75000"/>
                    <a:lumOff val="25000"/>
                  </a:schemeClr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</p:grpSp>
        <p:pic>
          <p:nvPicPr>
            <p:cNvPr id="423" name="Picture 2" descr="Redis Logo | Sticker">
              <a:extLst>
                <a:ext uri="{FF2B5EF4-FFF2-40B4-BE49-F238E27FC236}">
                  <a16:creationId xmlns:a16="http://schemas.microsoft.com/office/drawing/2014/main" id="{6FF7AE5D-D544-FBFE-9099-65A729D01B9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2572" b="34884"/>
            <a:stretch/>
          </p:blipFill>
          <p:spPr bwMode="auto">
            <a:xfrm>
              <a:off x="9717994" y="4970129"/>
              <a:ext cx="496787" cy="1616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99" name="Gruppieren 498">
            <a:extLst>
              <a:ext uri="{FF2B5EF4-FFF2-40B4-BE49-F238E27FC236}">
                <a16:creationId xmlns:a16="http://schemas.microsoft.com/office/drawing/2014/main" id="{3771EE94-87D6-FE4E-132A-3E71CEE45760}"/>
              </a:ext>
            </a:extLst>
          </p:cNvPr>
          <p:cNvGrpSpPr/>
          <p:nvPr/>
        </p:nvGrpSpPr>
        <p:grpSpPr>
          <a:xfrm>
            <a:off x="2263690" y="398959"/>
            <a:ext cx="1574621" cy="1115449"/>
            <a:chOff x="7266935" y="2769076"/>
            <a:chExt cx="1574621" cy="1115449"/>
          </a:xfrm>
        </p:grpSpPr>
        <p:grpSp>
          <p:nvGrpSpPr>
            <p:cNvPr id="461" name="Gruppieren 460">
              <a:extLst>
                <a:ext uri="{FF2B5EF4-FFF2-40B4-BE49-F238E27FC236}">
                  <a16:creationId xmlns:a16="http://schemas.microsoft.com/office/drawing/2014/main" id="{A772D2CA-4B3B-028E-F049-F9B14D03466C}"/>
                </a:ext>
              </a:extLst>
            </p:cNvPr>
            <p:cNvGrpSpPr/>
            <p:nvPr/>
          </p:nvGrpSpPr>
          <p:grpSpPr>
            <a:xfrm>
              <a:off x="7310477" y="2769076"/>
              <a:ext cx="1342618" cy="842006"/>
              <a:chOff x="7565344" y="3364162"/>
              <a:chExt cx="1342618" cy="842006"/>
            </a:xfrm>
          </p:grpSpPr>
          <p:grpSp>
            <p:nvGrpSpPr>
              <p:cNvPr id="462" name="Gruppieren 461">
                <a:extLst>
                  <a:ext uri="{FF2B5EF4-FFF2-40B4-BE49-F238E27FC236}">
                    <a16:creationId xmlns:a16="http://schemas.microsoft.com/office/drawing/2014/main" id="{8A94FDE6-B434-85A5-FF8B-AAA7140FFEBA}"/>
                  </a:ext>
                </a:extLst>
              </p:cNvPr>
              <p:cNvGrpSpPr/>
              <p:nvPr/>
            </p:nvGrpSpPr>
            <p:grpSpPr>
              <a:xfrm>
                <a:off x="7724711" y="3364162"/>
                <a:ext cx="1183251" cy="842006"/>
                <a:chOff x="8487615" y="1523525"/>
                <a:chExt cx="1183251" cy="842006"/>
              </a:xfrm>
            </p:grpSpPr>
            <p:sp>
              <p:nvSpPr>
                <p:cNvPr id="484" name="Box BG Black">
                  <a:extLst>
                    <a:ext uri="{FF2B5EF4-FFF2-40B4-BE49-F238E27FC236}">
                      <a16:creationId xmlns:a16="http://schemas.microsoft.com/office/drawing/2014/main" id="{50F5AF24-3BE6-C14A-1A52-2A3BDF6BACFC}"/>
                    </a:ext>
                  </a:extLst>
                </p:cNvPr>
                <p:cNvSpPr/>
                <p:nvPr/>
              </p:nvSpPr>
              <p:spPr>
                <a:xfrm>
                  <a:off x="8487615" y="1523525"/>
                  <a:ext cx="1183036" cy="842006"/>
                </a:xfrm>
                <a:prstGeom prst="roundRect">
                  <a:avLst/>
                </a:prstGeom>
                <a:solidFill>
                  <a:schemeClr val="tx1">
                    <a:lumMod val="75000"/>
                    <a:lumOff val="25000"/>
                  </a:schemeClr>
                </a:solidFill>
                <a:ln>
                  <a:noFill/>
                </a:ln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800" dirty="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  <p:grpSp>
              <p:nvGrpSpPr>
                <p:cNvPr id="485" name="Box Dock">
                  <a:extLst>
                    <a:ext uri="{FF2B5EF4-FFF2-40B4-BE49-F238E27FC236}">
                      <a16:creationId xmlns:a16="http://schemas.microsoft.com/office/drawing/2014/main" id="{1F5158F0-8D11-71A0-EBF6-43202BE3A678}"/>
                    </a:ext>
                  </a:extLst>
                </p:cNvPr>
                <p:cNvGrpSpPr/>
                <p:nvPr/>
              </p:nvGrpSpPr>
              <p:grpSpPr>
                <a:xfrm>
                  <a:off x="9585412" y="1686102"/>
                  <a:ext cx="85454" cy="516852"/>
                  <a:chOff x="6734408" y="1594976"/>
                  <a:chExt cx="85454" cy="625391"/>
                </a:xfrm>
                <a:solidFill>
                  <a:srgbClr val="D99694">
                    <a:alpha val="0"/>
                  </a:srgbClr>
                </a:solidFill>
              </p:grpSpPr>
              <p:sp>
                <p:nvSpPr>
                  <p:cNvPr id="492" name="Box Dock BB">
                    <a:extLst>
                      <a:ext uri="{FF2B5EF4-FFF2-40B4-BE49-F238E27FC236}">
                        <a16:creationId xmlns:a16="http://schemas.microsoft.com/office/drawing/2014/main" id="{16BACE20-8DF4-D344-56D3-F651EDDDA89C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2126368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93" name="Box Dock TT">
                    <a:extLst>
                      <a:ext uri="{FF2B5EF4-FFF2-40B4-BE49-F238E27FC236}">
                        <a16:creationId xmlns:a16="http://schemas.microsoft.com/office/drawing/2014/main" id="{4EC2C6D0-0AFB-2944-038D-09CD0355E77F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594976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94" name="Box Dock TM">
                    <a:extLst>
                      <a:ext uri="{FF2B5EF4-FFF2-40B4-BE49-F238E27FC236}">
                        <a16:creationId xmlns:a16="http://schemas.microsoft.com/office/drawing/2014/main" id="{59DDF273-CC4E-D957-6547-A4CA634FF09F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727824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95" name="Box Dock BM">
                    <a:extLst>
                      <a:ext uri="{FF2B5EF4-FFF2-40B4-BE49-F238E27FC236}">
                        <a16:creationId xmlns:a16="http://schemas.microsoft.com/office/drawing/2014/main" id="{76290409-A647-85F4-367F-1AB336CCF8D9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993521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96" name="Box Dock TM">
                    <a:extLst>
                      <a:ext uri="{FF2B5EF4-FFF2-40B4-BE49-F238E27FC236}">
                        <a16:creationId xmlns:a16="http://schemas.microsoft.com/office/drawing/2014/main" id="{D35C821A-3185-C985-7B04-B45078C97B20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860673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486" name="Box Dock">
                  <a:extLst>
                    <a:ext uri="{FF2B5EF4-FFF2-40B4-BE49-F238E27FC236}">
                      <a16:creationId xmlns:a16="http://schemas.microsoft.com/office/drawing/2014/main" id="{07C15080-BA1E-F4E3-1139-0D902A7DDC38}"/>
                    </a:ext>
                  </a:extLst>
                </p:cNvPr>
                <p:cNvGrpSpPr/>
                <p:nvPr/>
              </p:nvGrpSpPr>
              <p:grpSpPr>
                <a:xfrm>
                  <a:off x="8487615" y="1686102"/>
                  <a:ext cx="85454" cy="516852"/>
                  <a:chOff x="6734408" y="1594976"/>
                  <a:chExt cx="85454" cy="625391"/>
                </a:xfrm>
                <a:solidFill>
                  <a:srgbClr val="D99694">
                    <a:alpha val="0"/>
                  </a:srgbClr>
                </a:solidFill>
              </p:grpSpPr>
              <p:sp>
                <p:nvSpPr>
                  <p:cNvPr id="487" name="Box Dock BB">
                    <a:extLst>
                      <a:ext uri="{FF2B5EF4-FFF2-40B4-BE49-F238E27FC236}">
                        <a16:creationId xmlns:a16="http://schemas.microsoft.com/office/drawing/2014/main" id="{60BF3924-4940-421C-AE7A-12880299328E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2126368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88" name="Box Dock TT">
                    <a:extLst>
                      <a:ext uri="{FF2B5EF4-FFF2-40B4-BE49-F238E27FC236}">
                        <a16:creationId xmlns:a16="http://schemas.microsoft.com/office/drawing/2014/main" id="{9E04392D-40A0-F5C0-57EA-377AA765A339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594976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89" name="Box Dock TM">
                    <a:extLst>
                      <a:ext uri="{FF2B5EF4-FFF2-40B4-BE49-F238E27FC236}">
                        <a16:creationId xmlns:a16="http://schemas.microsoft.com/office/drawing/2014/main" id="{E42762A8-9A9F-FC99-C766-90D3F66201AF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727824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90" name="Box Dock BM">
                    <a:extLst>
                      <a:ext uri="{FF2B5EF4-FFF2-40B4-BE49-F238E27FC236}">
                        <a16:creationId xmlns:a16="http://schemas.microsoft.com/office/drawing/2014/main" id="{F46C8C87-F6AE-AF5E-FD8A-71E87D2B9DCE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993521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91" name="Box Dock TM">
                    <a:extLst>
                      <a:ext uri="{FF2B5EF4-FFF2-40B4-BE49-F238E27FC236}">
                        <a16:creationId xmlns:a16="http://schemas.microsoft.com/office/drawing/2014/main" id="{44EDE980-F58B-D7C5-A6FB-FF5BFA739324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860673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</p:grpSp>
          <p:grpSp>
            <p:nvGrpSpPr>
              <p:cNvPr id="463" name="Gruppieren 462">
                <a:extLst>
                  <a:ext uri="{FF2B5EF4-FFF2-40B4-BE49-F238E27FC236}">
                    <a16:creationId xmlns:a16="http://schemas.microsoft.com/office/drawing/2014/main" id="{FF643DE5-A240-5271-22B7-D20B915AF1F5}"/>
                  </a:ext>
                </a:extLst>
              </p:cNvPr>
              <p:cNvGrpSpPr/>
              <p:nvPr/>
            </p:nvGrpSpPr>
            <p:grpSpPr>
              <a:xfrm>
                <a:off x="8582567" y="3409977"/>
                <a:ext cx="283804" cy="750377"/>
                <a:chOff x="9345471" y="1569340"/>
                <a:chExt cx="283804" cy="750377"/>
              </a:xfrm>
            </p:grpSpPr>
            <p:sp>
              <p:nvSpPr>
                <p:cNvPr id="477" name="Box BG Black">
                  <a:extLst>
                    <a:ext uri="{FF2B5EF4-FFF2-40B4-BE49-F238E27FC236}">
                      <a16:creationId xmlns:a16="http://schemas.microsoft.com/office/drawing/2014/main" id="{5CE29146-679D-F725-8F26-83204130C2BF}"/>
                    </a:ext>
                  </a:extLst>
                </p:cNvPr>
                <p:cNvSpPr/>
                <p:nvPr/>
              </p:nvSpPr>
              <p:spPr>
                <a:xfrm>
                  <a:off x="9345471" y="1569340"/>
                  <a:ext cx="283804" cy="750377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0">
                      <a:srgbClr val="604A7B"/>
                    </a:gs>
                    <a:gs pos="100000">
                      <a:srgbClr val="FF07ED"/>
                    </a:gs>
                  </a:gsLst>
                  <a:lin ang="0" scaled="1"/>
                  <a:tileRect/>
                </a:gradFill>
                <a:ln w="25400" cap="flat" cmpd="sng" algn="ctr">
                  <a:noFill/>
                  <a:prstDash val="solid"/>
                </a:ln>
                <a:effectLst/>
              </p:spPr>
              <p:txBody>
                <a:bodyPr vert="vert270" lIns="36000" rtlCol="0" anchor="t"/>
                <a:lstStyle/>
                <a:p>
                  <a:pPr algn="ctr"/>
                  <a:endParaRPr lang="en-US" sz="1300" b="1" kern="0" dirty="0">
                    <a:solidFill>
                      <a:schemeClr val="bg1"/>
                    </a:solidFill>
                    <a:latin typeface="Calibri"/>
                  </a:endParaRPr>
                </a:p>
              </p:txBody>
            </p:sp>
            <p:grpSp>
              <p:nvGrpSpPr>
                <p:cNvPr id="478" name="Box Dock">
                  <a:extLst>
                    <a:ext uri="{FF2B5EF4-FFF2-40B4-BE49-F238E27FC236}">
                      <a16:creationId xmlns:a16="http://schemas.microsoft.com/office/drawing/2014/main" id="{B3F34D57-74DA-86F6-D3D7-6705B9359D45}"/>
                    </a:ext>
                  </a:extLst>
                </p:cNvPr>
                <p:cNvGrpSpPr/>
                <p:nvPr/>
              </p:nvGrpSpPr>
              <p:grpSpPr>
                <a:xfrm>
                  <a:off x="9543391" y="1686102"/>
                  <a:ext cx="85454" cy="516852"/>
                  <a:chOff x="6734408" y="1594976"/>
                  <a:chExt cx="85454" cy="625391"/>
                </a:xfrm>
                <a:solidFill>
                  <a:srgbClr val="D99694">
                    <a:alpha val="0"/>
                  </a:srgbClr>
                </a:solidFill>
              </p:grpSpPr>
              <p:sp>
                <p:nvSpPr>
                  <p:cNvPr id="479" name="DAL Dock BB">
                    <a:extLst>
                      <a:ext uri="{FF2B5EF4-FFF2-40B4-BE49-F238E27FC236}">
                        <a16:creationId xmlns:a16="http://schemas.microsoft.com/office/drawing/2014/main" id="{825A69E4-9AC0-F758-6E25-078FE3D7B178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2126368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80" name="DAL Dock BM">
                    <a:extLst>
                      <a:ext uri="{FF2B5EF4-FFF2-40B4-BE49-F238E27FC236}">
                        <a16:creationId xmlns:a16="http://schemas.microsoft.com/office/drawing/2014/main" id="{ECCEBE51-706C-6D70-D54A-04EAD7BF1824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993521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81" name="DAL Dock MM">
                    <a:extLst>
                      <a:ext uri="{FF2B5EF4-FFF2-40B4-BE49-F238E27FC236}">
                        <a16:creationId xmlns:a16="http://schemas.microsoft.com/office/drawing/2014/main" id="{30C12C73-0AB6-FB39-1E51-46F7ED6D4BC2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860673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82" name="DAL Dock TM">
                    <a:extLst>
                      <a:ext uri="{FF2B5EF4-FFF2-40B4-BE49-F238E27FC236}">
                        <a16:creationId xmlns:a16="http://schemas.microsoft.com/office/drawing/2014/main" id="{A2038432-FD14-23E2-2DC2-4190E378293A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727824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83" name="DAL Dock TT">
                    <a:extLst>
                      <a:ext uri="{FF2B5EF4-FFF2-40B4-BE49-F238E27FC236}">
                        <a16:creationId xmlns:a16="http://schemas.microsoft.com/office/drawing/2014/main" id="{90C90DD6-DA6B-97A7-4DC1-A4D8C7B5FAA0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594976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</p:grpSp>
          <p:sp>
            <p:nvSpPr>
              <p:cNvPr id="464" name="Freihandform: Form 463">
                <a:extLst>
                  <a:ext uri="{FF2B5EF4-FFF2-40B4-BE49-F238E27FC236}">
                    <a16:creationId xmlns:a16="http://schemas.microsoft.com/office/drawing/2014/main" id="{AD5E9B9B-C500-087D-E901-C14611894285}"/>
                  </a:ext>
                </a:extLst>
              </p:cNvPr>
              <p:cNvSpPr/>
              <p:nvPr/>
            </p:nvSpPr>
            <p:spPr>
              <a:xfrm>
                <a:off x="8582567" y="3789648"/>
                <a:ext cx="283804" cy="372984"/>
              </a:xfrm>
              <a:custGeom>
                <a:avLst/>
                <a:gdLst>
                  <a:gd name="connsiteX0" fmla="*/ 0 w 283804"/>
                  <a:gd name="connsiteY0" fmla="*/ 0 h 372984"/>
                  <a:gd name="connsiteX1" fmla="*/ 283804 w 283804"/>
                  <a:gd name="connsiteY1" fmla="*/ 0 h 372984"/>
                  <a:gd name="connsiteX2" fmla="*/ 283804 w 283804"/>
                  <a:gd name="connsiteY2" fmla="*/ 231082 h 372984"/>
                  <a:gd name="connsiteX3" fmla="*/ 141902 w 283804"/>
                  <a:gd name="connsiteY3" fmla="*/ 372984 h 372984"/>
                  <a:gd name="connsiteX4" fmla="*/ 0 w 283804"/>
                  <a:gd name="connsiteY4" fmla="*/ 231082 h 3729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3804" h="372984">
                    <a:moveTo>
                      <a:pt x="0" y="0"/>
                    </a:moveTo>
                    <a:lnTo>
                      <a:pt x="283804" y="0"/>
                    </a:lnTo>
                    <a:lnTo>
                      <a:pt x="283804" y="231082"/>
                    </a:lnTo>
                    <a:cubicBezTo>
                      <a:pt x="283804" y="309452"/>
                      <a:pt x="220272" y="372984"/>
                      <a:pt x="141902" y="372984"/>
                    </a:cubicBezTo>
                    <a:cubicBezTo>
                      <a:pt x="63532" y="372984"/>
                      <a:pt x="0" y="309452"/>
                      <a:pt x="0" y="231082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00B050">
                      <a:lumMod val="86000"/>
                    </a:srgbClr>
                  </a:gs>
                  <a:gs pos="100000">
                    <a:srgbClr val="00B050">
                      <a:lumMod val="87000"/>
                      <a:lumOff val="13000"/>
                    </a:srgbClr>
                  </a:gs>
                </a:gsLst>
                <a:lin ang="0" scaled="1"/>
                <a:tileRect/>
              </a:gradFill>
              <a:ln w="25400" cap="flat" cmpd="sng" algn="ctr">
                <a:noFill/>
                <a:prstDash val="solid"/>
              </a:ln>
              <a:effectLst/>
            </p:spPr>
            <p:txBody>
              <a:bodyPr vert="vert270" wrap="square" lIns="36000" rtlCol="0" anchor="t">
                <a:noAutofit/>
              </a:bodyPr>
              <a:lstStyle/>
              <a:p>
                <a:pPr algn="ctr"/>
                <a:endParaRPr lang="en-US" sz="1300" b="1" kern="0" dirty="0">
                  <a:solidFill>
                    <a:schemeClr val="bg1"/>
                  </a:solidFill>
                  <a:latin typeface="Calibri"/>
                </a:endParaRPr>
              </a:p>
            </p:txBody>
          </p:sp>
          <p:grpSp>
            <p:nvGrpSpPr>
              <p:cNvPr id="465" name="Gruppieren 464">
                <a:extLst>
                  <a:ext uri="{FF2B5EF4-FFF2-40B4-BE49-F238E27FC236}">
                    <a16:creationId xmlns:a16="http://schemas.microsoft.com/office/drawing/2014/main" id="{85C71806-8981-FAA3-A87D-3A00CEF3EBF0}"/>
                  </a:ext>
                </a:extLst>
              </p:cNvPr>
              <p:cNvGrpSpPr/>
              <p:nvPr/>
            </p:nvGrpSpPr>
            <p:grpSpPr>
              <a:xfrm>
                <a:off x="7565344" y="3409977"/>
                <a:ext cx="486693" cy="750377"/>
                <a:chOff x="8328248" y="1569340"/>
                <a:chExt cx="486693" cy="750377"/>
              </a:xfrm>
            </p:grpSpPr>
            <p:sp>
              <p:nvSpPr>
                <p:cNvPr id="470" name="PL BG Blue">
                  <a:extLst>
                    <a:ext uri="{FF2B5EF4-FFF2-40B4-BE49-F238E27FC236}">
                      <a16:creationId xmlns:a16="http://schemas.microsoft.com/office/drawing/2014/main" id="{AC51E262-E1E4-E7C2-8A2C-8A236DAC6F4F}"/>
                    </a:ext>
                  </a:extLst>
                </p:cNvPr>
                <p:cNvSpPr/>
                <p:nvPr/>
              </p:nvSpPr>
              <p:spPr>
                <a:xfrm>
                  <a:off x="8328248" y="1569340"/>
                  <a:ext cx="486693" cy="750377"/>
                </a:xfrm>
                <a:prstGeom prst="roundRect">
                  <a:avLst>
                    <a:gd name="adj" fmla="val 26461"/>
                  </a:avLst>
                </a:prstGeom>
                <a:gradFill flip="none" rotWithShape="1">
                  <a:gsLst>
                    <a:gs pos="0">
                      <a:srgbClr val="00B0F0">
                        <a:shade val="30000"/>
                        <a:satMod val="115000"/>
                      </a:srgbClr>
                    </a:gs>
                    <a:gs pos="100000">
                      <a:srgbClr val="00B0F0">
                        <a:shade val="100000"/>
                        <a:satMod val="115000"/>
                      </a:srgbClr>
                    </a:gs>
                  </a:gsLst>
                  <a:lin ang="0" scaled="1"/>
                  <a:tileRect/>
                </a:gradFill>
                <a:ln w="25400" cap="flat" cmpd="sng" algn="ctr">
                  <a:noFill/>
                  <a:prstDash val="solid"/>
                </a:ln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vert270" wrap="none" lIns="0" tIns="0" rIns="0" bIns="0" rtlCol="0" anchor="t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n-US" sz="1200" b="1" kern="100" spc="-50" dirty="0">
                      <a:solidFill>
                        <a:schemeClr val="bg1"/>
                      </a:solidFill>
                      <a:latin typeface="Calibri"/>
                    </a:rPr>
                    <a:t>HTTP API</a:t>
                  </a:r>
                </a:p>
              </p:txBody>
            </p:sp>
            <p:grpSp>
              <p:nvGrpSpPr>
                <p:cNvPr id="471" name="Box Dock">
                  <a:extLst>
                    <a:ext uri="{FF2B5EF4-FFF2-40B4-BE49-F238E27FC236}">
                      <a16:creationId xmlns:a16="http://schemas.microsoft.com/office/drawing/2014/main" id="{C222A751-8D7D-E6C8-8206-67E1BA206109}"/>
                    </a:ext>
                  </a:extLst>
                </p:cNvPr>
                <p:cNvGrpSpPr/>
                <p:nvPr/>
              </p:nvGrpSpPr>
              <p:grpSpPr>
                <a:xfrm>
                  <a:off x="8328248" y="1686102"/>
                  <a:ext cx="85454" cy="516852"/>
                  <a:chOff x="6734408" y="1594976"/>
                  <a:chExt cx="85454" cy="625391"/>
                </a:xfrm>
                <a:solidFill>
                  <a:srgbClr val="D99694">
                    <a:alpha val="0"/>
                  </a:srgbClr>
                </a:solidFill>
              </p:grpSpPr>
              <p:sp>
                <p:nvSpPr>
                  <p:cNvPr id="472" name="PL Dock BB">
                    <a:extLst>
                      <a:ext uri="{FF2B5EF4-FFF2-40B4-BE49-F238E27FC236}">
                        <a16:creationId xmlns:a16="http://schemas.microsoft.com/office/drawing/2014/main" id="{2AE51466-DF8F-0A06-2EDE-2ABEFDE3985B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2126368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73" name="PL Dock BM">
                    <a:extLst>
                      <a:ext uri="{FF2B5EF4-FFF2-40B4-BE49-F238E27FC236}">
                        <a16:creationId xmlns:a16="http://schemas.microsoft.com/office/drawing/2014/main" id="{DBC7A5D5-6338-261D-15A9-2AD1D687CDF3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993521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74" name="PL Dock MM">
                    <a:extLst>
                      <a:ext uri="{FF2B5EF4-FFF2-40B4-BE49-F238E27FC236}">
                        <a16:creationId xmlns:a16="http://schemas.microsoft.com/office/drawing/2014/main" id="{2D1B19BF-6446-E3D5-9904-D327E58B7362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860673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75" name="PL Dock TM">
                    <a:extLst>
                      <a:ext uri="{FF2B5EF4-FFF2-40B4-BE49-F238E27FC236}">
                        <a16:creationId xmlns:a16="http://schemas.microsoft.com/office/drawing/2014/main" id="{664D49C7-BACA-0698-4327-DCC121EDC422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727824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76" name="PL Dock TT">
                    <a:extLst>
                      <a:ext uri="{FF2B5EF4-FFF2-40B4-BE49-F238E27FC236}">
                        <a16:creationId xmlns:a16="http://schemas.microsoft.com/office/drawing/2014/main" id="{CD21E367-4215-9E90-9F71-79E183D8E44E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594976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</p:grpSp>
          <p:grpSp>
            <p:nvGrpSpPr>
              <p:cNvPr id="466" name="BLL">
                <a:extLst>
                  <a:ext uri="{FF2B5EF4-FFF2-40B4-BE49-F238E27FC236}">
                    <a16:creationId xmlns:a16="http://schemas.microsoft.com/office/drawing/2014/main" id="{6840B3E2-9C20-24C8-3ABC-4F8722805F2B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7827371" y="3472726"/>
                <a:ext cx="977716" cy="624878"/>
                <a:chOff x="8590275" y="1632089"/>
                <a:chExt cx="977716" cy="624878"/>
              </a:xfrm>
            </p:grpSpPr>
            <p:sp>
              <p:nvSpPr>
                <p:cNvPr id="468" name="BLL BG White">
                  <a:extLst>
                    <a:ext uri="{FF2B5EF4-FFF2-40B4-BE49-F238E27FC236}">
                      <a16:creationId xmlns:a16="http://schemas.microsoft.com/office/drawing/2014/main" id="{791A2B7F-4A43-1771-9C59-19F89F14562F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8590275" y="1632089"/>
                  <a:ext cx="977716" cy="624878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endParaRPr>
                </a:p>
              </p:txBody>
            </p:sp>
            <p:sp>
              <p:nvSpPr>
                <p:cNvPr id="469" name="BLL BG White">
                  <a:extLst>
                    <a:ext uri="{FF2B5EF4-FFF2-40B4-BE49-F238E27FC236}">
                      <a16:creationId xmlns:a16="http://schemas.microsoft.com/office/drawing/2014/main" id="{BCA7EBFC-5E10-7058-4316-0E8EFE56C320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8616672" y="1654783"/>
                  <a:ext cx="924923" cy="579490"/>
                </a:xfrm>
                <a:prstGeom prst="roundRect">
                  <a:avLst/>
                </a:prstGeom>
                <a:noFill/>
                <a:ln>
                  <a:solidFill>
                    <a:srgbClr val="FF9C4B"/>
                  </a:solidFill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467" name="Grafik 466">
                <a:extLst>
                  <a:ext uri="{FF2B5EF4-FFF2-40B4-BE49-F238E27FC236}">
                    <a16:creationId xmlns:a16="http://schemas.microsoft.com/office/drawing/2014/main" id="{2082DF52-39A2-CF32-34B2-7E67A14CED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084411" y="3557296"/>
                <a:ext cx="457576" cy="455738"/>
              </a:xfrm>
              <a:prstGeom prst="rect">
                <a:avLst/>
              </a:prstGeom>
            </p:spPr>
          </p:pic>
        </p:grpSp>
        <p:sp>
          <p:nvSpPr>
            <p:cNvPr id="498" name="Textfeld 497">
              <a:extLst>
                <a:ext uri="{FF2B5EF4-FFF2-40B4-BE49-F238E27FC236}">
                  <a16:creationId xmlns:a16="http://schemas.microsoft.com/office/drawing/2014/main" id="{F78572AE-B132-BDD5-1C48-69C51AF8715B}"/>
                </a:ext>
              </a:extLst>
            </p:cNvPr>
            <p:cNvSpPr txBox="1"/>
            <p:nvPr/>
          </p:nvSpPr>
          <p:spPr>
            <a:xfrm>
              <a:off x="7266935" y="3625993"/>
              <a:ext cx="1574621" cy="258532"/>
            </a:xfrm>
            <a:prstGeom prst="rect">
              <a:avLst/>
            </a:prstGeom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lnSpc>
                  <a:spcPct val="90000"/>
                </a:lnSpc>
                <a:defRPr sz="1200" kern="0">
                  <a:solidFill>
                    <a:prstClr val="black">
                      <a:lumMod val="75000"/>
                      <a:lumOff val="25000"/>
                    </a:prstClr>
                  </a:solidFill>
                  <a:latin typeface="Calibri" pitchFamily="34" charset="0"/>
                  <a:cs typeface="Calibri" pitchFamily="34" charset="0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t>Web Shop Backend</a:t>
              </a:r>
            </a:p>
          </p:txBody>
        </p:sp>
      </p:grpSp>
      <p:grpSp>
        <p:nvGrpSpPr>
          <p:cNvPr id="502" name="Gruppieren 501">
            <a:extLst>
              <a:ext uri="{FF2B5EF4-FFF2-40B4-BE49-F238E27FC236}">
                <a16:creationId xmlns:a16="http://schemas.microsoft.com/office/drawing/2014/main" id="{A5231288-A5CB-BD75-F787-8094DFC92041}"/>
              </a:ext>
            </a:extLst>
          </p:cNvPr>
          <p:cNvGrpSpPr/>
          <p:nvPr/>
        </p:nvGrpSpPr>
        <p:grpSpPr>
          <a:xfrm>
            <a:off x="8404118" y="5557044"/>
            <a:ext cx="2227797" cy="5151385"/>
            <a:chOff x="604854" y="1124744"/>
            <a:chExt cx="3603747" cy="5151385"/>
          </a:xfrm>
        </p:grpSpPr>
        <p:sp>
          <p:nvSpPr>
            <p:cNvPr id="503" name="Rechteck 502">
              <a:extLst>
                <a:ext uri="{FF2B5EF4-FFF2-40B4-BE49-F238E27FC236}">
                  <a16:creationId xmlns:a16="http://schemas.microsoft.com/office/drawing/2014/main" id="{69DD0F96-6A71-D224-6F39-F890DFF4E1F9}"/>
                </a:ext>
              </a:extLst>
            </p:cNvPr>
            <p:cNvSpPr/>
            <p:nvPr/>
          </p:nvSpPr>
          <p:spPr bwMode="gray">
            <a:xfrm>
              <a:off x="604854" y="1124744"/>
              <a:ext cx="3603747" cy="5151384"/>
            </a:xfrm>
            <a:prstGeom prst="rect">
              <a:avLst/>
            </a:prstGeom>
            <a:gradFill flip="none" rotWithShape="1">
              <a:gsLst>
                <a:gs pos="0">
                  <a:srgbClr val="00B0F0">
                    <a:lumMod val="50000"/>
                    <a:lumOff val="50000"/>
                  </a:srgbClr>
                </a:gs>
                <a:gs pos="100000">
                  <a:srgbClr val="00B0F0">
                    <a:lumMod val="0"/>
                    <a:lumOff val="100000"/>
                  </a:srgbClr>
                </a:gs>
              </a:gsLst>
              <a:lin ang="16200000" scaled="1"/>
              <a:tileRect/>
            </a:gradFill>
            <a:ln w="952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32000" tIns="0" rIns="0" bIns="0"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sp>
          <p:nvSpPr>
            <p:cNvPr id="504" name="Rechteck 503">
              <a:extLst>
                <a:ext uri="{FF2B5EF4-FFF2-40B4-BE49-F238E27FC236}">
                  <a16:creationId xmlns:a16="http://schemas.microsoft.com/office/drawing/2014/main" id="{7E1F8526-BEC2-AF04-E03C-44E5A5313C98}"/>
                </a:ext>
              </a:extLst>
            </p:cNvPr>
            <p:cNvSpPr/>
            <p:nvPr/>
          </p:nvSpPr>
          <p:spPr bwMode="gray">
            <a:xfrm>
              <a:off x="604854" y="5670464"/>
              <a:ext cx="3603747" cy="605665"/>
            </a:xfrm>
            <a:prstGeom prst="rect">
              <a:avLst/>
            </a:prstGeom>
            <a:solidFill>
              <a:srgbClr val="00B0F0"/>
            </a:solidFill>
            <a:ln w="952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Presentation Tier</a:t>
              </a:r>
            </a:p>
          </p:txBody>
        </p:sp>
      </p:grpSp>
      <p:grpSp>
        <p:nvGrpSpPr>
          <p:cNvPr id="505" name="Gruppieren 504">
            <a:extLst>
              <a:ext uri="{FF2B5EF4-FFF2-40B4-BE49-F238E27FC236}">
                <a16:creationId xmlns:a16="http://schemas.microsoft.com/office/drawing/2014/main" id="{5CC9A408-22F6-5B67-8CC0-A99ACD5C03E5}"/>
              </a:ext>
            </a:extLst>
          </p:cNvPr>
          <p:cNvGrpSpPr/>
          <p:nvPr/>
        </p:nvGrpSpPr>
        <p:grpSpPr>
          <a:xfrm>
            <a:off x="10613986" y="5557044"/>
            <a:ext cx="3300859" cy="5151385"/>
            <a:chOff x="4294127" y="1124744"/>
            <a:chExt cx="3603747" cy="5151385"/>
          </a:xfrm>
        </p:grpSpPr>
        <p:sp>
          <p:nvSpPr>
            <p:cNvPr id="506" name="Rechteck 505">
              <a:extLst>
                <a:ext uri="{FF2B5EF4-FFF2-40B4-BE49-F238E27FC236}">
                  <a16:creationId xmlns:a16="http://schemas.microsoft.com/office/drawing/2014/main" id="{F35A0172-A85F-83ED-89F9-9442B00DC541}"/>
                </a:ext>
              </a:extLst>
            </p:cNvPr>
            <p:cNvSpPr/>
            <p:nvPr/>
          </p:nvSpPr>
          <p:spPr bwMode="gray">
            <a:xfrm>
              <a:off x="4294127" y="1124744"/>
              <a:ext cx="3603747" cy="5151384"/>
            </a:xfrm>
            <a:prstGeom prst="rect">
              <a:avLst/>
            </a:prstGeom>
            <a:gradFill flip="none" rotWithShape="1">
              <a:gsLst>
                <a:gs pos="0">
                  <a:srgbClr val="FF9C4B">
                    <a:lumMod val="50000"/>
                    <a:lumOff val="50000"/>
                  </a:srgbClr>
                </a:gs>
                <a:gs pos="100000">
                  <a:srgbClr val="FF9C4B">
                    <a:lumMod val="0"/>
                    <a:lumOff val="100000"/>
                  </a:srgbClr>
                </a:gs>
              </a:gsLst>
              <a:lin ang="16200000" scaled="1"/>
              <a:tileRect/>
            </a:gradFill>
            <a:ln w="952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32000" tIns="0" rIns="0" bIns="0"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sp>
          <p:nvSpPr>
            <p:cNvPr id="507" name="Rechteck 506">
              <a:extLst>
                <a:ext uri="{FF2B5EF4-FFF2-40B4-BE49-F238E27FC236}">
                  <a16:creationId xmlns:a16="http://schemas.microsoft.com/office/drawing/2014/main" id="{E6E628A7-64B0-DC02-C4E3-39B099A22668}"/>
                </a:ext>
              </a:extLst>
            </p:cNvPr>
            <p:cNvSpPr/>
            <p:nvPr/>
          </p:nvSpPr>
          <p:spPr bwMode="gray">
            <a:xfrm>
              <a:off x="4297977" y="5670464"/>
              <a:ext cx="3599897" cy="605665"/>
            </a:xfrm>
            <a:prstGeom prst="rect">
              <a:avLst/>
            </a:prstGeom>
            <a:solidFill>
              <a:srgbClr val="FF9C4B"/>
            </a:solidFill>
            <a:ln w="952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Business Logic Tier</a:t>
              </a:r>
            </a:p>
          </p:txBody>
        </p:sp>
      </p:grpSp>
      <p:grpSp>
        <p:nvGrpSpPr>
          <p:cNvPr id="508" name="Gruppieren 507">
            <a:extLst>
              <a:ext uri="{FF2B5EF4-FFF2-40B4-BE49-F238E27FC236}">
                <a16:creationId xmlns:a16="http://schemas.microsoft.com/office/drawing/2014/main" id="{9E8C4A35-FDA8-B99A-DCC8-AF2C8A7DC44E}"/>
              </a:ext>
            </a:extLst>
          </p:cNvPr>
          <p:cNvGrpSpPr/>
          <p:nvPr/>
        </p:nvGrpSpPr>
        <p:grpSpPr>
          <a:xfrm>
            <a:off x="13914845" y="5557044"/>
            <a:ext cx="3711371" cy="5151385"/>
            <a:chOff x="7983399" y="1124744"/>
            <a:chExt cx="3603747" cy="5151385"/>
          </a:xfrm>
        </p:grpSpPr>
        <p:sp>
          <p:nvSpPr>
            <p:cNvPr id="509" name="Rechteck 508">
              <a:extLst>
                <a:ext uri="{FF2B5EF4-FFF2-40B4-BE49-F238E27FC236}">
                  <a16:creationId xmlns:a16="http://schemas.microsoft.com/office/drawing/2014/main" id="{D144352A-A73D-B71B-B2C3-789B45EFDB3C}"/>
                </a:ext>
              </a:extLst>
            </p:cNvPr>
            <p:cNvSpPr/>
            <p:nvPr/>
          </p:nvSpPr>
          <p:spPr bwMode="gray">
            <a:xfrm>
              <a:off x="7983399" y="1124744"/>
              <a:ext cx="3603747" cy="5151384"/>
            </a:xfrm>
            <a:prstGeom prst="rect">
              <a:avLst/>
            </a:prstGeom>
            <a:gradFill flip="none" rotWithShape="1">
              <a:gsLst>
                <a:gs pos="0">
                  <a:srgbClr val="604A7B">
                    <a:lumMod val="50000"/>
                    <a:lumOff val="50000"/>
                  </a:srgbClr>
                </a:gs>
                <a:gs pos="100000">
                  <a:srgbClr val="604A7B">
                    <a:lumMod val="0"/>
                    <a:lumOff val="100000"/>
                  </a:srgbClr>
                </a:gs>
              </a:gsLst>
              <a:lin ang="16200000" scaled="1"/>
              <a:tileRect/>
            </a:gradFill>
            <a:ln w="9525" cap="flat" cmpd="sng" algn="ctr">
              <a:noFill/>
              <a:prstDash val="solid"/>
            </a:ln>
            <a:effectLst/>
          </p:spPr>
          <p:txBody>
            <a:bodyPr lIns="432000" tIns="0" rIns="0" bIns="0" rtlCol="0" anchor="ctr"/>
            <a:lstStyle/>
            <a:p>
              <a:pPr algn="ctr" defTabSz="914400" fontAlgn="base">
                <a:spcBef>
                  <a:spcPct val="0"/>
                </a:spcBef>
                <a:spcAft>
                  <a:spcPct val="0"/>
                </a:spcAft>
              </a:pPr>
              <a:endParaRPr lang="en-US" kern="0" dirty="0">
                <a:solidFill>
                  <a:prstClr val="whit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10" name="Rechteck 509">
              <a:extLst>
                <a:ext uri="{FF2B5EF4-FFF2-40B4-BE49-F238E27FC236}">
                  <a16:creationId xmlns:a16="http://schemas.microsoft.com/office/drawing/2014/main" id="{371BF4CC-BACA-0562-73CE-9875F430909A}"/>
                </a:ext>
              </a:extLst>
            </p:cNvPr>
            <p:cNvSpPr/>
            <p:nvPr/>
          </p:nvSpPr>
          <p:spPr bwMode="gray">
            <a:xfrm>
              <a:off x="7987249" y="5670464"/>
              <a:ext cx="3599897" cy="605665"/>
            </a:xfrm>
            <a:prstGeom prst="rect">
              <a:avLst/>
            </a:prstGeom>
            <a:solidFill>
              <a:srgbClr val="8064A2">
                <a:lumMod val="75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algn="ctr" defTabSz="914400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kern="0" dirty="0">
                  <a:solidFill>
                    <a:prstClr val="white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Data Tier</a:t>
              </a:r>
            </a:p>
          </p:txBody>
        </p:sp>
      </p:grpSp>
      <p:grpSp>
        <p:nvGrpSpPr>
          <p:cNvPr id="529" name="Gruppieren 528">
            <a:extLst>
              <a:ext uri="{FF2B5EF4-FFF2-40B4-BE49-F238E27FC236}">
                <a16:creationId xmlns:a16="http://schemas.microsoft.com/office/drawing/2014/main" id="{249BB74A-222C-EA53-77FE-4AAD5A1E1FC2}"/>
              </a:ext>
            </a:extLst>
          </p:cNvPr>
          <p:cNvGrpSpPr/>
          <p:nvPr/>
        </p:nvGrpSpPr>
        <p:grpSpPr>
          <a:xfrm>
            <a:off x="842355" y="5621330"/>
            <a:ext cx="3113639" cy="5151385"/>
            <a:chOff x="4176414" y="1124744"/>
            <a:chExt cx="3113639" cy="5151385"/>
          </a:xfrm>
        </p:grpSpPr>
        <p:sp>
          <p:nvSpPr>
            <p:cNvPr id="530" name="Rechteck 529">
              <a:extLst>
                <a:ext uri="{FF2B5EF4-FFF2-40B4-BE49-F238E27FC236}">
                  <a16:creationId xmlns:a16="http://schemas.microsoft.com/office/drawing/2014/main" id="{78328E50-D9DB-54AC-FBE0-1D0AC74BF12C}"/>
                </a:ext>
              </a:extLst>
            </p:cNvPr>
            <p:cNvSpPr/>
            <p:nvPr/>
          </p:nvSpPr>
          <p:spPr bwMode="gray">
            <a:xfrm>
              <a:off x="4180378" y="1124744"/>
              <a:ext cx="3105710" cy="5151384"/>
            </a:xfrm>
            <a:prstGeom prst="rect">
              <a:avLst/>
            </a:prstGeom>
            <a:gradFill flip="none" rotWithShape="1">
              <a:gsLst>
                <a:gs pos="0">
                  <a:srgbClr val="00B0F0">
                    <a:lumMod val="50000"/>
                    <a:lumOff val="50000"/>
                  </a:srgbClr>
                </a:gs>
                <a:gs pos="100000">
                  <a:srgbClr val="FF9C4B"/>
                </a:gs>
              </a:gsLst>
              <a:lin ang="0" scaled="1"/>
              <a:tileRect/>
            </a:gradFill>
            <a:ln w="9525" cap="flat" cmpd="sng" algn="ctr">
              <a:noFill/>
              <a:prstDash val="solid"/>
            </a:ln>
            <a:effectLst/>
          </p:spPr>
          <p:txBody>
            <a:bodyPr lIns="43200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sp>
          <p:nvSpPr>
            <p:cNvPr id="531" name="Rechteck 530">
              <a:extLst>
                <a:ext uri="{FF2B5EF4-FFF2-40B4-BE49-F238E27FC236}">
                  <a16:creationId xmlns:a16="http://schemas.microsoft.com/office/drawing/2014/main" id="{BBC80A7D-0C6C-64CA-33BC-F5FF569149DB}"/>
                </a:ext>
              </a:extLst>
            </p:cNvPr>
            <p:cNvSpPr/>
            <p:nvPr/>
          </p:nvSpPr>
          <p:spPr bwMode="gray">
            <a:xfrm>
              <a:off x="4176414" y="1124744"/>
              <a:ext cx="3109674" cy="5151384"/>
            </a:xfrm>
            <a:prstGeom prst="rect">
              <a:avLst/>
            </a:prstGeom>
            <a:gradFill flip="none" rotWithShape="1">
              <a:gsLst>
                <a:gs pos="0">
                  <a:sysClr val="window" lastClr="FFFFFF">
                    <a:lumMod val="88000"/>
                    <a:lumOff val="12000"/>
                    <a:alpha val="26000"/>
                  </a:sysClr>
                </a:gs>
                <a:gs pos="100000">
                  <a:sysClr val="window" lastClr="FFFFFF"/>
                </a:gs>
              </a:gsLst>
              <a:lin ang="16200000" scaled="1"/>
              <a:tileRect/>
            </a:gra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sp>
          <p:nvSpPr>
            <p:cNvPr id="532" name="Rechteck 531">
              <a:extLst>
                <a:ext uri="{FF2B5EF4-FFF2-40B4-BE49-F238E27FC236}">
                  <a16:creationId xmlns:a16="http://schemas.microsoft.com/office/drawing/2014/main" id="{751D49A5-3EF7-F913-CF4D-0CB0D07DDFE1}"/>
                </a:ext>
              </a:extLst>
            </p:cNvPr>
            <p:cNvSpPr/>
            <p:nvPr/>
          </p:nvSpPr>
          <p:spPr bwMode="gray">
            <a:xfrm>
              <a:off x="4180379" y="5670464"/>
              <a:ext cx="3109674" cy="605665"/>
            </a:xfrm>
            <a:prstGeom prst="rect">
              <a:avLst/>
            </a:prstGeom>
            <a:gradFill flip="none" rotWithShape="1">
              <a:gsLst>
                <a:gs pos="0">
                  <a:srgbClr val="00B0F0">
                    <a:lumMod val="50000"/>
                    <a:lumOff val="50000"/>
                  </a:srgbClr>
                </a:gs>
                <a:gs pos="100000">
                  <a:srgbClr val="FF9C4B"/>
                </a:gs>
              </a:gsLst>
              <a:lin ang="0" scaled="1"/>
              <a:tileRect/>
            </a:gra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8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Presentation and</a:t>
              </a:r>
              <a:b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</a:b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Business Logic Tier</a:t>
              </a:r>
            </a:p>
          </p:txBody>
        </p:sp>
      </p:grpSp>
      <p:grpSp>
        <p:nvGrpSpPr>
          <p:cNvPr id="533" name="Gruppieren 532">
            <a:extLst>
              <a:ext uri="{FF2B5EF4-FFF2-40B4-BE49-F238E27FC236}">
                <a16:creationId xmlns:a16="http://schemas.microsoft.com/office/drawing/2014/main" id="{13570EF4-13F1-685F-35D7-265319C61518}"/>
              </a:ext>
            </a:extLst>
          </p:cNvPr>
          <p:cNvGrpSpPr/>
          <p:nvPr/>
        </p:nvGrpSpPr>
        <p:grpSpPr>
          <a:xfrm>
            <a:off x="3955994" y="5621330"/>
            <a:ext cx="3711371" cy="5151385"/>
            <a:chOff x="7983399" y="1124744"/>
            <a:chExt cx="3603747" cy="5151385"/>
          </a:xfrm>
        </p:grpSpPr>
        <p:sp>
          <p:nvSpPr>
            <p:cNvPr id="534" name="Rechteck 533">
              <a:extLst>
                <a:ext uri="{FF2B5EF4-FFF2-40B4-BE49-F238E27FC236}">
                  <a16:creationId xmlns:a16="http://schemas.microsoft.com/office/drawing/2014/main" id="{CEA7621A-370A-D730-FA3E-A587E2FD4138}"/>
                </a:ext>
              </a:extLst>
            </p:cNvPr>
            <p:cNvSpPr/>
            <p:nvPr/>
          </p:nvSpPr>
          <p:spPr bwMode="gray">
            <a:xfrm>
              <a:off x="7983399" y="1124744"/>
              <a:ext cx="3603747" cy="5151384"/>
            </a:xfrm>
            <a:prstGeom prst="rect">
              <a:avLst/>
            </a:prstGeom>
            <a:gradFill flip="none" rotWithShape="1">
              <a:gsLst>
                <a:gs pos="0">
                  <a:srgbClr val="604A7B">
                    <a:lumMod val="50000"/>
                    <a:lumOff val="50000"/>
                  </a:srgbClr>
                </a:gs>
                <a:gs pos="100000">
                  <a:srgbClr val="604A7B">
                    <a:lumMod val="0"/>
                    <a:lumOff val="100000"/>
                  </a:srgbClr>
                </a:gs>
              </a:gsLst>
              <a:lin ang="16200000" scaled="1"/>
              <a:tileRect/>
            </a:gradFill>
            <a:ln w="9525" cap="flat" cmpd="sng" algn="ctr">
              <a:noFill/>
              <a:prstDash val="solid"/>
            </a:ln>
            <a:effectLst/>
          </p:spPr>
          <p:txBody>
            <a:bodyPr lIns="43200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sp>
          <p:nvSpPr>
            <p:cNvPr id="535" name="Rechteck 534">
              <a:extLst>
                <a:ext uri="{FF2B5EF4-FFF2-40B4-BE49-F238E27FC236}">
                  <a16:creationId xmlns:a16="http://schemas.microsoft.com/office/drawing/2014/main" id="{48E1437A-0304-2A73-74E7-B88CD0B26685}"/>
                </a:ext>
              </a:extLst>
            </p:cNvPr>
            <p:cNvSpPr/>
            <p:nvPr/>
          </p:nvSpPr>
          <p:spPr bwMode="gray">
            <a:xfrm>
              <a:off x="7987249" y="5670464"/>
              <a:ext cx="3599897" cy="605665"/>
            </a:xfrm>
            <a:prstGeom prst="rect">
              <a:avLst/>
            </a:prstGeom>
            <a:solidFill>
              <a:srgbClr val="8064A2">
                <a:lumMod val="75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Data Tier</a:t>
              </a:r>
            </a:p>
          </p:txBody>
        </p:sp>
      </p:grpSp>
      <p:grpSp>
        <p:nvGrpSpPr>
          <p:cNvPr id="666" name="Gruppieren 665">
            <a:extLst>
              <a:ext uri="{FF2B5EF4-FFF2-40B4-BE49-F238E27FC236}">
                <a16:creationId xmlns:a16="http://schemas.microsoft.com/office/drawing/2014/main" id="{7F543BA5-1748-564A-9216-B71D0733BF06}"/>
              </a:ext>
            </a:extLst>
          </p:cNvPr>
          <p:cNvGrpSpPr/>
          <p:nvPr/>
        </p:nvGrpSpPr>
        <p:grpSpPr>
          <a:xfrm>
            <a:off x="509386" y="2036398"/>
            <a:ext cx="1512436" cy="1211150"/>
            <a:chOff x="-617156" y="3813183"/>
            <a:chExt cx="1512436" cy="1211150"/>
          </a:xfrm>
        </p:grpSpPr>
        <p:grpSp>
          <p:nvGrpSpPr>
            <p:cNvPr id="667" name="Gruppieren 666">
              <a:extLst>
                <a:ext uri="{FF2B5EF4-FFF2-40B4-BE49-F238E27FC236}">
                  <a16:creationId xmlns:a16="http://schemas.microsoft.com/office/drawing/2014/main" id="{370D7BAF-8E30-1CD8-DFA6-478E54D6569E}"/>
                </a:ext>
              </a:extLst>
            </p:cNvPr>
            <p:cNvGrpSpPr/>
            <p:nvPr/>
          </p:nvGrpSpPr>
          <p:grpSpPr>
            <a:xfrm>
              <a:off x="-596434" y="3813183"/>
              <a:ext cx="1491714" cy="993986"/>
              <a:chOff x="-2046582" y="4136294"/>
              <a:chExt cx="1475848" cy="983414"/>
            </a:xfrm>
          </p:grpSpPr>
          <p:sp>
            <p:nvSpPr>
              <p:cNvPr id="669" name="Rechteck 668">
                <a:extLst>
                  <a:ext uri="{FF2B5EF4-FFF2-40B4-BE49-F238E27FC236}">
                    <a16:creationId xmlns:a16="http://schemas.microsoft.com/office/drawing/2014/main" id="{8EC44C13-5269-277F-567A-E0C08752A5AC}"/>
                  </a:ext>
                </a:extLst>
              </p:cNvPr>
              <p:cNvSpPr/>
              <p:nvPr/>
            </p:nvSpPr>
            <p:spPr>
              <a:xfrm rot="18934670">
                <a:off x="-2046582" y="4925228"/>
                <a:ext cx="402230" cy="59894"/>
              </a:xfrm>
              <a:prstGeom prst="rect">
                <a:avLst/>
              </a:prstGeom>
              <a:gradFill flip="none" rotWithShape="1">
                <a:gsLst>
                  <a:gs pos="78751">
                    <a:srgbClr val="DDDDDD">
                      <a:lumMod val="21000"/>
                      <a:lumOff val="79000"/>
                    </a:srgbClr>
                  </a:gs>
                  <a:gs pos="100000">
                    <a:srgbClr val="C1C1C1">
                      <a:lumMod val="64000"/>
                      <a:lumOff val="36000"/>
                    </a:srgbClr>
                  </a:gs>
                  <a:gs pos="23739">
                    <a:srgbClr val="C4C4C4">
                      <a:lumMod val="72000"/>
                      <a:lumOff val="28000"/>
                    </a:srgbClr>
                  </a:gs>
                  <a:gs pos="55832">
                    <a:srgbClr val="D6D6D6">
                      <a:lumMod val="52000"/>
                      <a:lumOff val="48000"/>
                    </a:srgbClr>
                  </a:gs>
                  <a:gs pos="41000">
                    <a:srgbClr val="BBBBBB">
                      <a:lumMod val="61000"/>
                      <a:lumOff val="39000"/>
                    </a:srgbClr>
                  </a:gs>
                  <a:gs pos="0">
                    <a:sysClr val="window" lastClr="FFFFFF">
                      <a:lumMod val="67000"/>
                    </a:sysClr>
                  </a:gs>
                </a:gsLst>
                <a:lin ang="5400000" scaled="1"/>
                <a:tileRect/>
              </a:gradFill>
              <a:ln w="9525" cap="flat" cmpd="sng" algn="ctr">
                <a:noFill/>
                <a:prstDash val="solid"/>
              </a:ln>
              <a:effectLst>
                <a:innerShdw blurRad="63500" dist="50800" dir="10800000">
                  <a:prstClr val="black">
                    <a:alpha val="50000"/>
                  </a:prst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ＭＳ Ｐゴシック" charset="0"/>
                </a:endParaRPr>
              </a:p>
            </p:txBody>
          </p:sp>
          <p:sp>
            <p:nvSpPr>
              <p:cNvPr id="670" name="Rechteck 669">
                <a:extLst>
                  <a:ext uri="{FF2B5EF4-FFF2-40B4-BE49-F238E27FC236}">
                    <a16:creationId xmlns:a16="http://schemas.microsoft.com/office/drawing/2014/main" id="{7C21DB13-FF95-087B-D29D-1BCEB5BEDDB3}"/>
                  </a:ext>
                </a:extLst>
              </p:cNvPr>
              <p:cNvSpPr/>
              <p:nvPr/>
            </p:nvSpPr>
            <p:spPr>
              <a:xfrm rot="10800000">
                <a:off x="-1723949" y="4136294"/>
                <a:ext cx="1107973" cy="45719"/>
              </a:xfrm>
              <a:prstGeom prst="rect">
                <a:avLst/>
              </a:prstGeom>
              <a:gradFill flip="none" rotWithShape="1">
                <a:gsLst>
                  <a:gs pos="78751">
                    <a:srgbClr val="DDDDDD">
                      <a:lumMod val="21000"/>
                      <a:lumOff val="79000"/>
                    </a:srgbClr>
                  </a:gs>
                  <a:gs pos="100000">
                    <a:srgbClr val="C1C1C1">
                      <a:lumMod val="64000"/>
                      <a:lumOff val="36000"/>
                    </a:srgbClr>
                  </a:gs>
                  <a:gs pos="23739">
                    <a:srgbClr val="C4C4C4">
                      <a:lumMod val="72000"/>
                      <a:lumOff val="28000"/>
                    </a:srgbClr>
                  </a:gs>
                  <a:gs pos="55832">
                    <a:srgbClr val="D6D6D6">
                      <a:lumMod val="52000"/>
                      <a:lumOff val="48000"/>
                    </a:srgbClr>
                  </a:gs>
                  <a:gs pos="41000">
                    <a:srgbClr val="BBBBBB">
                      <a:lumMod val="61000"/>
                      <a:lumOff val="39000"/>
                    </a:srgbClr>
                  </a:gs>
                  <a:gs pos="0">
                    <a:sysClr val="window" lastClr="FFFFFF">
                      <a:lumMod val="67000"/>
                    </a:sysClr>
                  </a:gs>
                </a:gsLst>
                <a:lin ang="5400000" scaled="1"/>
                <a:tileRect/>
              </a:gradFill>
              <a:ln w="9525" cap="flat" cmpd="sng" algn="ctr">
                <a:noFill/>
                <a:prstDash val="solid"/>
              </a:ln>
              <a:effectLst>
                <a:innerShdw blurRad="63500" dist="50800" dir="10800000">
                  <a:prstClr val="black">
                    <a:alpha val="50000"/>
                  </a:prst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ＭＳ Ｐゴシック" charset="0"/>
                </a:endParaRPr>
              </a:p>
            </p:txBody>
          </p:sp>
          <p:sp>
            <p:nvSpPr>
              <p:cNvPr id="671" name="Rechteck 670">
                <a:extLst>
                  <a:ext uri="{FF2B5EF4-FFF2-40B4-BE49-F238E27FC236}">
                    <a16:creationId xmlns:a16="http://schemas.microsoft.com/office/drawing/2014/main" id="{81A35BCD-59BC-A118-493C-4B6F4BCD187A}"/>
                  </a:ext>
                </a:extLst>
              </p:cNvPr>
              <p:cNvSpPr/>
              <p:nvPr/>
            </p:nvSpPr>
            <p:spPr>
              <a:xfrm rot="16200000">
                <a:off x="-2047274" y="4472407"/>
                <a:ext cx="672460" cy="25807"/>
              </a:xfrm>
              <a:prstGeom prst="rect">
                <a:avLst/>
              </a:prstGeom>
              <a:gradFill flip="none" rotWithShape="1">
                <a:gsLst>
                  <a:gs pos="78751">
                    <a:srgbClr val="DDDDDD">
                      <a:lumMod val="21000"/>
                      <a:lumOff val="79000"/>
                    </a:srgbClr>
                  </a:gs>
                  <a:gs pos="100000">
                    <a:srgbClr val="C1C1C1">
                      <a:lumMod val="64000"/>
                      <a:lumOff val="36000"/>
                    </a:srgbClr>
                  </a:gs>
                  <a:gs pos="23739">
                    <a:srgbClr val="C4C4C4">
                      <a:lumMod val="72000"/>
                      <a:lumOff val="28000"/>
                    </a:srgbClr>
                  </a:gs>
                  <a:gs pos="55832">
                    <a:srgbClr val="D6D6D6">
                      <a:lumMod val="52000"/>
                      <a:lumOff val="48000"/>
                    </a:srgbClr>
                  </a:gs>
                  <a:gs pos="41000">
                    <a:srgbClr val="BBBBBB">
                      <a:lumMod val="61000"/>
                      <a:lumOff val="39000"/>
                    </a:srgbClr>
                  </a:gs>
                  <a:gs pos="0">
                    <a:sysClr val="window" lastClr="FFFFFF">
                      <a:lumMod val="67000"/>
                    </a:sysClr>
                  </a:gs>
                </a:gsLst>
                <a:lin ang="5400000" scaled="1"/>
                <a:tileRect/>
              </a:gradFill>
              <a:ln w="9525" cap="flat" cmpd="sng" algn="ctr">
                <a:noFill/>
                <a:prstDash val="solid"/>
              </a:ln>
              <a:effectLst>
                <a:innerShdw blurRad="63500" dist="50800" dir="10800000">
                  <a:prstClr val="black">
                    <a:alpha val="50000"/>
                  </a:prst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ＭＳ Ｐゴシック" charset="0"/>
                </a:endParaRPr>
              </a:p>
            </p:txBody>
          </p:sp>
          <p:sp>
            <p:nvSpPr>
              <p:cNvPr id="672" name="Rechteck 671">
                <a:extLst>
                  <a:ext uri="{FF2B5EF4-FFF2-40B4-BE49-F238E27FC236}">
                    <a16:creationId xmlns:a16="http://schemas.microsoft.com/office/drawing/2014/main" id="{3DC7FD2E-2AED-992B-472B-9990CB3E5270}"/>
                  </a:ext>
                </a:extLst>
              </p:cNvPr>
              <p:cNvSpPr/>
              <p:nvPr/>
            </p:nvSpPr>
            <p:spPr>
              <a:xfrm rot="16200000">
                <a:off x="-965109" y="4472406"/>
                <a:ext cx="672460" cy="25807"/>
              </a:xfrm>
              <a:prstGeom prst="rect">
                <a:avLst/>
              </a:prstGeom>
              <a:gradFill flip="none" rotWithShape="1">
                <a:gsLst>
                  <a:gs pos="78751">
                    <a:srgbClr val="DDDDDD">
                      <a:lumMod val="21000"/>
                      <a:lumOff val="79000"/>
                    </a:srgbClr>
                  </a:gs>
                  <a:gs pos="100000">
                    <a:srgbClr val="C1C1C1">
                      <a:lumMod val="64000"/>
                      <a:lumOff val="36000"/>
                    </a:srgbClr>
                  </a:gs>
                  <a:gs pos="23739">
                    <a:srgbClr val="C4C4C4">
                      <a:lumMod val="72000"/>
                      <a:lumOff val="28000"/>
                    </a:srgbClr>
                  </a:gs>
                  <a:gs pos="55832">
                    <a:srgbClr val="D6D6D6">
                      <a:lumMod val="52000"/>
                      <a:lumOff val="48000"/>
                    </a:srgbClr>
                  </a:gs>
                  <a:gs pos="41000">
                    <a:srgbClr val="BBBBBB">
                      <a:lumMod val="61000"/>
                      <a:lumOff val="39000"/>
                    </a:srgbClr>
                  </a:gs>
                  <a:gs pos="0">
                    <a:sysClr val="window" lastClr="FFFFFF">
                      <a:lumMod val="67000"/>
                    </a:sysClr>
                  </a:gs>
                </a:gsLst>
                <a:lin ang="5400000" scaled="1"/>
                <a:tileRect/>
              </a:gradFill>
              <a:ln w="9525" cap="flat" cmpd="sng" algn="ctr">
                <a:noFill/>
                <a:prstDash val="solid"/>
              </a:ln>
              <a:effectLst>
                <a:innerShdw blurRad="63500" dist="50800" dir="10800000">
                  <a:prstClr val="black">
                    <a:alpha val="50000"/>
                  </a:prst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ＭＳ Ｐゴシック" charset="0"/>
                </a:endParaRPr>
              </a:p>
            </p:txBody>
          </p:sp>
          <p:sp>
            <p:nvSpPr>
              <p:cNvPr id="673" name="Rechteck 672">
                <a:extLst>
                  <a:ext uri="{FF2B5EF4-FFF2-40B4-BE49-F238E27FC236}">
                    <a16:creationId xmlns:a16="http://schemas.microsoft.com/office/drawing/2014/main" id="{ABC3EFEA-D9F8-4B1F-9DEB-D93B7BCF11A2}"/>
                  </a:ext>
                </a:extLst>
              </p:cNvPr>
              <p:cNvSpPr/>
              <p:nvPr/>
            </p:nvSpPr>
            <p:spPr>
              <a:xfrm rot="18934670">
                <a:off x="-994014" y="4934599"/>
                <a:ext cx="423280" cy="45868"/>
              </a:xfrm>
              <a:prstGeom prst="rect">
                <a:avLst/>
              </a:prstGeom>
              <a:gradFill flip="none" rotWithShape="1">
                <a:gsLst>
                  <a:gs pos="78751">
                    <a:srgbClr val="DDDDDD">
                      <a:lumMod val="21000"/>
                      <a:lumOff val="79000"/>
                    </a:srgbClr>
                  </a:gs>
                  <a:gs pos="100000">
                    <a:srgbClr val="C1C1C1">
                      <a:lumMod val="64000"/>
                      <a:lumOff val="36000"/>
                    </a:srgbClr>
                  </a:gs>
                  <a:gs pos="23739">
                    <a:srgbClr val="C4C4C4">
                      <a:lumMod val="72000"/>
                      <a:lumOff val="28000"/>
                    </a:srgbClr>
                  </a:gs>
                  <a:gs pos="55832">
                    <a:srgbClr val="D6D6D6">
                      <a:lumMod val="52000"/>
                      <a:lumOff val="48000"/>
                    </a:srgbClr>
                  </a:gs>
                  <a:gs pos="41000">
                    <a:srgbClr val="BBBBBB">
                      <a:lumMod val="61000"/>
                      <a:lumOff val="39000"/>
                    </a:srgbClr>
                  </a:gs>
                  <a:gs pos="0">
                    <a:sysClr val="window" lastClr="FFFFFF">
                      <a:lumMod val="67000"/>
                    </a:sysClr>
                  </a:gs>
                </a:gsLst>
                <a:lin ang="5400000" scaled="1"/>
                <a:tileRect/>
              </a:gradFill>
              <a:ln w="9525" cap="flat" cmpd="sng" algn="ctr">
                <a:noFill/>
                <a:prstDash val="solid"/>
              </a:ln>
              <a:effectLst>
                <a:innerShdw blurRad="63500" dist="50800" dir="10800000">
                  <a:prstClr val="black">
                    <a:alpha val="50000"/>
                  </a:prst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ＭＳ Ｐゴシック" charset="0"/>
                </a:endParaRPr>
              </a:p>
            </p:txBody>
          </p:sp>
          <p:sp>
            <p:nvSpPr>
              <p:cNvPr id="674" name="Parallelogramm 673">
                <a:extLst>
                  <a:ext uri="{FF2B5EF4-FFF2-40B4-BE49-F238E27FC236}">
                    <a16:creationId xmlns:a16="http://schemas.microsoft.com/office/drawing/2014/main" id="{90C6712F-1F8F-8504-C4C1-B6389C15077C}"/>
                  </a:ext>
                </a:extLst>
              </p:cNvPr>
              <p:cNvSpPr/>
              <p:nvPr/>
            </p:nvSpPr>
            <p:spPr>
              <a:xfrm>
                <a:off x="-1998463" y="4791841"/>
                <a:ext cx="1368152" cy="283161"/>
              </a:xfrm>
              <a:prstGeom prst="parallelogram">
                <a:avLst>
                  <a:gd name="adj" fmla="val 102022"/>
                </a:avLst>
              </a:prstGeom>
              <a:gradFill>
                <a:gsLst>
                  <a:gs pos="0">
                    <a:sysClr val="windowText" lastClr="000000">
                      <a:lumMod val="75000"/>
                      <a:lumOff val="25000"/>
                    </a:sysClr>
                  </a:gs>
                  <a:gs pos="48000">
                    <a:srgbClr val="787878">
                      <a:lumMod val="76000"/>
                    </a:srgbClr>
                  </a:gs>
                  <a:gs pos="28758">
                    <a:srgbClr val="6B6B6B">
                      <a:lumMod val="94000"/>
                    </a:srgbClr>
                  </a:gs>
                  <a:gs pos="84000">
                    <a:sysClr val="windowText" lastClr="000000">
                      <a:lumMod val="43000"/>
                      <a:lumOff val="57000"/>
                    </a:sysClr>
                  </a:gs>
                  <a:gs pos="100000">
                    <a:sysClr val="windowText" lastClr="000000">
                      <a:lumMod val="65000"/>
                      <a:lumOff val="35000"/>
                    </a:sysClr>
                  </a:gs>
                </a:gsLst>
                <a:lin ang="126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ＭＳ Ｐゴシック" charset="0"/>
                </a:endParaRPr>
              </a:p>
            </p:txBody>
          </p:sp>
          <p:sp>
            <p:nvSpPr>
              <p:cNvPr id="675" name="Rechteck 674">
                <a:extLst>
                  <a:ext uri="{FF2B5EF4-FFF2-40B4-BE49-F238E27FC236}">
                    <a16:creationId xmlns:a16="http://schemas.microsoft.com/office/drawing/2014/main" id="{14C68497-EF74-5E5C-5295-BCC1A9B1D0E9}"/>
                  </a:ext>
                </a:extLst>
              </p:cNvPr>
              <p:cNvSpPr/>
              <p:nvPr/>
            </p:nvSpPr>
            <p:spPr>
              <a:xfrm>
                <a:off x="-2010065" y="5073989"/>
                <a:ext cx="1091721" cy="45719"/>
              </a:xfrm>
              <a:prstGeom prst="rect">
                <a:avLst/>
              </a:prstGeom>
              <a:gradFill flip="none" rotWithShape="1">
                <a:gsLst>
                  <a:gs pos="78751">
                    <a:srgbClr val="DDDDDD">
                      <a:lumMod val="21000"/>
                      <a:lumOff val="79000"/>
                    </a:srgbClr>
                  </a:gs>
                  <a:gs pos="100000">
                    <a:srgbClr val="C1C1C1">
                      <a:lumMod val="64000"/>
                      <a:lumOff val="36000"/>
                    </a:srgbClr>
                  </a:gs>
                  <a:gs pos="23739">
                    <a:srgbClr val="C4C4C4">
                      <a:lumMod val="72000"/>
                      <a:lumOff val="28000"/>
                    </a:srgbClr>
                  </a:gs>
                  <a:gs pos="55832">
                    <a:srgbClr val="D6D6D6">
                      <a:lumMod val="52000"/>
                      <a:lumOff val="48000"/>
                    </a:srgbClr>
                  </a:gs>
                  <a:gs pos="41000">
                    <a:srgbClr val="BBBBBB">
                      <a:lumMod val="61000"/>
                      <a:lumOff val="39000"/>
                    </a:srgbClr>
                  </a:gs>
                  <a:gs pos="0">
                    <a:sysClr val="window" lastClr="FFFFFF">
                      <a:lumMod val="67000"/>
                    </a:sysClr>
                  </a:gs>
                </a:gsLst>
                <a:lin ang="5400000" scaled="1"/>
                <a:tileRect/>
              </a:gradFill>
              <a:ln w="9525" cap="flat" cmpd="sng" algn="ctr">
                <a:noFill/>
                <a:prstDash val="solid"/>
              </a:ln>
              <a:effectLst>
                <a:innerShdw blurRad="63500" dist="50800" dir="10800000">
                  <a:prstClr val="black">
                    <a:alpha val="50000"/>
                  </a:prst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ＭＳ Ｐゴシック" charset="0"/>
                </a:endParaRPr>
              </a:p>
            </p:txBody>
          </p:sp>
          <p:sp>
            <p:nvSpPr>
              <p:cNvPr id="676" name="Rechteck 675">
                <a:extLst>
                  <a:ext uri="{FF2B5EF4-FFF2-40B4-BE49-F238E27FC236}">
                    <a16:creationId xmlns:a16="http://schemas.microsoft.com/office/drawing/2014/main" id="{D8DA1535-DD5B-65F9-C642-B7A58C5E1A00}"/>
                  </a:ext>
                </a:extLst>
              </p:cNvPr>
              <p:cNvSpPr/>
              <p:nvPr/>
            </p:nvSpPr>
            <p:spPr>
              <a:xfrm>
                <a:off x="-1699789" y="4156208"/>
                <a:ext cx="1058838" cy="627307"/>
              </a:xfrm>
              <a:prstGeom prst="rect">
                <a:avLst/>
              </a:prstGeom>
              <a:solidFill>
                <a:sysClr val="window" lastClr="FFFFFF"/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ＭＳ Ｐゴシック" charset="0"/>
                </a:endParaRPr>
              </a:p>
            </p:txBody>
          </p:sp>
          <p:sp>
            <p:nvSpPr>
              <p:cNvPr id="677" name="Parallelogramm 676">
                <a:extLst>
                  <a:ext uri="{FF2B5EF4-FFF2-40B4-BE49-F238E27FC236}">
                    <a16:creationId xmlns:a16="http://schemas.microsoft.com/office/drawing/2014/main" id="{08609859-5876-468E-A47E-531EDF350BE9}"/>
                  </a:ext>
                </a:extLst>
              </p:cNvPr>
              <p:cNvSpPr/>
              <p:nvPr/>
            </p:nvSpPr>
            <p:spPr>
              <a:xfrm>
                <a:off x="-1524697" y="4974502"/>
                <a:ext cx="279648" cy="68935"/>
              </a:xfrm>
              <a:prstGeom prst="parallelogram">
                <a:avLst>
                  <a:gd name="adj" fmla="val 102022"/>
                </a:avLst>
              </a:prstGeom>
              <a:solidFill>
                <a:sysClr val="windowText" lastClr="000000">
                  <a:lumMod val="75000"/>
                  <a:lumOff val="25000"/>
                </a:sysClr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ＭＳ Ｐゴシック" charset="0"/>
                </a:endParaRPr>
              </a:p>
            </p:txBody>
          </p:sp>
          <p:grpSp>
            <p:nvGrpSpPr>
              <p:cNvPr id="678" name="Gruppieren 677">
                <a:extLst>
                  <a:ext uri="{FF2B5EF4-FFF2-40B4-BE49-F238E27FC236}">
                    <a16:creationId xmlns:a16="http://schemas.microsoft.com/office/drawing/2014/main" id="{6CDF4FB0-98B4-5AD8-E0F8-2AA99B3296AC}"/>
                  </a:ext>
                </a:extLst>
              </p:cNvPr>
              <p:cNvGrpSpPr/>
              <p:nvPr/>
            </p:nvGrpSpPr>
            <p:grpSpPr>
              <a:xfrm>
                <a:off x="-1710431" y="4833156"/>
                <a:ext cx="956914" cy="21328"/>
                <a:chOff x="-1710431" y="4833156"/>
                <a:chExt cx="956914" cy="21328"/>
              </a:xfrm>
            </p:grpSpPr>
            <p:sp>
              <p:nvSpPr>
                <p:cNvPr id="714" name="Parallelogramm 713">
                  <a:extLst>
                    <a:ext uri="{FF2B5EF4-FFF2-40B4-BE49-F238E27FC236}">
                      <a16:creationId xmlns:a16="http://schemas.microsoft.com/office/drawing/2014/main" id="{01EE876F-8848-5510-48BF-DC446C874D68}"/>
                    </a:ext>
                  </a:extLst>
                </p:cNvPr>
                <p:cNvSpPr/>
                <p:nvPr/>
              </p:nvSpPr>
              <p:spPr>
                <a:xfrm>
                  <a:off x="-1710431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15" name="Parallelogramm 714">
                  <a:extLst>
                    <a:ext uri="{FF2B5EF4-FFF2-40B4-BE49-F238E27FC236}">
                      <a16:creationId xmlns:a16="http://schemas.microsoft.com/office/drawing/2014/main" id="{989D5374-38C8-D53E-509E-916D680A589E}"/>
                    </a:ext>
                  </a:extLst>
                </p:cNvPr>
                <p:cNvSpPr/>
                <p:nvPr/>
              </p:nvSpPr>
              <p:spPr>
                <a:xfrm>
                  <a:off x="-1650913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16" name="Parallelogramm 715">
                  <a:extLst>
                    <a:ext uri="{FF2B5EF4-FFF2-40B4-BE49-F238E27FC236}">
                      <a16:creationId xmlns:a16="http://schemas.microsoft.com/office/drawing/2014/main" id="{3E4A032F-EDC0-66E2-2953-7DDD0C75107B}"/>
                    </a:ext>
                  </a:extLst>
                </p:cNvPr>
                <p:cNvSpPr/>
                <p:nvPr/>
              </p:nvSpPr>
              <p:spPr>
                <a:xfrm>
                  <a:off x="-1591395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17" name="Parallelogramm 716">
                  <a:extLst>
                    <a:ext uri="{FF2B5EF4-FFF2-40B4-BE49-F238E27FC236}">
                      <a16:creationId xmlns:a16="http://schemas.microsoft.com/office/drawing/2014/main" id="{306605D3-C0E5-1818-BDD6-F1D31381F4CD}"/>
                    </a:ext>
                  </a:extLst>
                </p:cNvPr>
                <p:cNvSpPr/>
                <p:nvPr/>
              </p:nvSpPr>
              <p:spPr>
                <a:xfrm>
                  <a:off x="-1472359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18" name="Parallelogramm 717">
                  <a:extLst>
                    <a:ext uri="{FF2B5EF4-FFF2-40B4-BE49-F238E27FC236}">
                      <a16:creationId xmlns:a16="http://schemas.microsoft.com/office/drawing/2014/main" id="{CFD96300-78AA-04D0-00E1-AA0D141FD31B}"/>
                    </a:ext>
                  </a:extLst>
                </p:cNvPr>
                <p:cNvSpPr/>
                <p:nvPr/>
              </p:nvSpPr>
              <p:spPr>
                <a:xfrm>
                  <a:off x="-1531877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19" name="Parallelogramm 718">
                  <a:extLst>
                    <a:ext uri="{FF2B5EF4-FFF2-40B4-BE49-F238E27FC236}">
                      <a16:creationId xmlns:a16="http://schemas.microsoft.com/office/drawing/2014/main" id="{E0DB9645-666B-02B1-AA70-DE53A998D924}"/>
                    </a:ext>
                  </a:extLst>
                </p:cNvPr>
                <p:cNvSpPr/>
                <p:nvPr/>
              </p:nvSpPr>
              <p:spPr>
                <a:xfrm>
                  <a:off x="-1412841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20" name="Parallelogramm 719">
                  <a:extLst>
                    <a:ext uri="{FF2B5EF4-FFF2-40B4-BE49-F238E27FC236}">
                      <a16:creationId xmlns:a16="http://schemas.microsoft.com/office/drawing/2014/main" id="{34587E67-2AC2-C317-7673-7FA40D828589}"/>
                    </a:ext>
                  </a:extLst>
                </p:cNvPr>
                <p:cNvSpPr/>
                <p:nvPr/>
              </p:nvSpPr>
              <p:spPr>
                <a:xfrm>
                  <a:off x="-1353323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21" name="Parallelogramm 720">
                  <a:extLst>
                    <a:ext uri="{FF2B5EF4-FFF2-40B4-BE49-F238E27FC236}">
                      <a16:creationId xmlns:a16="http://schemas.microsoft.com/office/drawing/2014/main" id="{4B197833-7162-4DEB-8636-6BCFAB34B03A}"/>
                    </a:ext>
                  </a:extLst>
                </p:cNvPr>
                <p:cNvSpPr/>
                <p:nvPr/>
              </p:nvSpPr>
              <p:spPr>
                <a:xfrm>
                  <a:off x="-1293805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22" name="Parallelogramm 721">
                  <a:extLst>
                    <a:ext uri="{FF2B5EF4-FFF2-40B4-BE49-F238E27FC236}">
                      <a16:creationId xmlns:a16="http://schemas.microsoft.com/office/drawing/2014/main" id="{6FEAF357-81F3-5B04-F10C-86C16E876900}"/>
                    </a:ext>
                  </a:extLst>
                </p:cNvPr>
                <p:cNvSpPr/>
                <p:nvPr/>
              </p:nvSpPr>
              <p:spPr>
                <a:xfrm>
                  <a:off x="-1234287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23" name="Parallelogramm 722">
                  <a:extLst>
                    <a:ext uri="{FF2B5EF4-FFF2-40B4-BE49-F238E27FC236}">
                      <a16:creationId xmlns:a16="http://schemas.microsoft.com/office/drawing/2014/main" id="{1257AAC9-5520-CB3E-68A3-8861BBB42C1E}"/>
                    </a:ext>
                  </a:extLst>
                </p:cNvPr>
                <p:cNvSpPr/>
                <p:nvPr/>
              </p:nvSpPr>
              <p:spPr>
                <a:xfrm>
                  <a:off x="-1174769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24" name="Parallelogramm 723">
                  <a:extLst>
                    <a:ext uri="{FF2B5EF4-FFF2-40B4-BE49-F238E27FC236}">
                      <a16:creationId xmlns:a16="http://schemas.microsoft.com/office/drawing/2014/main" id="{1EA7E672-B466-0CAE-7DFC-E245AC2FF4F8}"/>
                    </a:ext>
                  </a:extLst>
                </p:cNvPr>
                <p:cNvSpPr/>
                <p:nvPr/>
              </p:nvSpPr>
              <p:spPr>
                <a:xfrm>
                  <a:off x="-1115251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25" name="Parallelogramm 724">
                  <a:extLst>
                    <a:ext uri="{FF2B5EF4-FFF2-40B4-BE49-F238E27FC236}">
                      <a16:creationId xmlns:a16="http://schemas.microsoft.com/office/drawing/2014/main" id="{BABACF93-0152-C59E-5027-D6CA9EE79E97}"/>
                    </a:ext>
                  </a:extLst>
                </p:cNvPr>
                <p:cNvSpPr/>
                <p:nvPr/>
              </p:nvSpPr>
              <p:spPr>
                <a:xfrm>
                  <a:off x="-996215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26" name="Parallelogramm 725">
                  <a:extLst>
                    <a:ext uri="{FF2B5EF4-FFF2-40B4-BE49-F238E27FC236}">
                      <a16:creationId xmlns:a16="http://schemas.microsoft.com/office/drawing/2014/main" id="{945B73F3-0D6F-1D97-B4D8-9DACCCB17E7D}"/>
                    </a:ext>
                  </a:extLst>
                </p:cNvPr>
                <p:cNvSpPr/>
                <p:nvPr/>
              </p:nvSpPr>
              <p:spPr>
                <a:xfrm>
                  <a:off x="-1055733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27" name="Parallelogramm 726">
                  <a:extLst>
                    <a:ext uri="{FF2B5EF4-FFF2-40B4-BE49-F238E27FC236}">
                      <a16:creationId xmlns:a16="http://schemas.microsoft.com/office/drawing/2014/main" id="{B15C37A6-77BF-8C55-1A18-549F14D9F5AA}"/>
                    </a:ext>
                  </a:extLst>
                </p:cNvPr>
                <p:cNvSpPr/>
                <p:nvPr/>
              </p:nvSpPr>
              <p:spPr>
                <a:xfrm>
                  <a:off x="-936697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28" name="Parallelogramm 727">
                  <a:extLst>
                    <a:ext uri="{FF2B5EF4-FFF2-40B4-BE49-F238E27FC236}">
                      <a16:creationId xmlns:a16="http://schemas.microsoft.com/office/drawing/2014/main" id="{BCFCB7FF-545C-679B-1714-20FC9CB37933}"/>
                    </a:ext>
                  </a:extLst>
                </p:cNvPr>
                <p:cNvSpPr/>
                <p:nvPr/>
              </p:nvSpPr>
              <p:spPr>
                <a:xfrm>
                  <a:off x="-877179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29" name="Parallelogramm 728">
                  <a:extLst>
                    <a:ext uri="{FF2B5EF4-FFF2-40B4-BE49-F238E27FC236}">
                      <a16:creationId xmlns:a16="http://schemas.microsoft.com/office/drawing/2014/main" id="{5B4321F2-78FB-C4AD-BAC8-AF720F5E3C9C}"/>
                    </a:ext>
                  </a:extLst>
                </p:cNvPr>
                <p:cNvSpPr/>
                <p:nvPr/>
              </p:nvSpPr>
              <p:spPr>
                <a:xfrm>
                  <a:off x="-817662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</p:grpSp>
          <p:grpSp>
            <p:nvGrpSpPr>
              <p:cNvPr id="679" name="Gruppieren 678">
                <a:extLst>
                  <a:ext uri="{FF2B5EF4-FFF2-40B4-BE49-F238E27FC236}">
                    <a16:creationId xmlns:a16="http://schemas.microsoft.com/office/drawing/2014/main" id="{072478F9-6FD9-E8DD-CB21-2D7117772F4B}"/>
                  </a:ext>
                </a:extLst>
              </p:cNvPr>
              <p:cNvGrpSpPr/>
              <p:nvPr/>
            </p:nvGrpSpPr>
            <p:grpSpPr>
              <a:xfrm>
                <a:off x="-1741384" y="4869160"/>
                <a:ext cx="956914" cy="21328"/>
                <a:chOff x="-1710431" y="4833156"/>
                <a:chExt cx="956914" cy="21328"/>
              </a:xfrm>
            </p:grpSpPr>
            <p:sp>
              <p:nvSpPr>
                <p:cNvPr id="698" name="Parallelogramm 697">
                  <a:extLst>
                    <a:ext uri="{FF2B5EF4-FFF2-40B4-BE49-F238E27FC236}">
                      <a16:creationId xmlns:a16="http://schemas.microsoft.com/office/drawing/2014/main" id="{14DCC924-C3AB-9797-D554-981EC219D898}"/>
                    </a:ext>
                  </a:extLst>
                </p:cNvPr>
                <p:cNvSpPr/>
                <p:nvPr/>
              </p:nvSpPr>
              <p:spPr>
                <a:xfrm>
                  <a:off x="-1710431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699" name="Parallelogramm 698">
                  <a:extLst>
                    <a:ext uri="{FF2B5EF4-FFF2-40B4-BE49-F238E27FC236}">
                      <a16:creationId xmlns:a16="http://schemas.microsoft.com/office/drawing/2014/main" id="{792A6E93-1619-A8A6-F575-26C3781EDB4F}"/>
                    </a:ext>
                  </a:extLst>
                </p:cNvPr>
                <p:cNvSpPr/>
                <p:nvPr/>
              </p:nvSpPr>
              <p:spPr>
                <a:xfrm>
                  <a:off x="-1650913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00" name="Parallelogramm 699">
                  <a:extLst>
                    <a:ext uri="{FF2B5EF4-FFF2-40B4-BE49-F238E27FC236}">
                      <a16:creationId xmlns:a16="http://schemas.microsoft.com/office/drawing/2014/main" id="{C840A5F8-713A-33CE-2C99-3752E4790441}"/>
                    </a:ext>
                  </a:extLst>
                </p:cNvPr>
                <p:cNvSpPr/>
                <p:nvPr/>
              </p:nvSpPr>
              <p:spPr>
                <a:xfrm>
                  <a:off x="-1591395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01" name="Parallelogramm 700">
                  <a:extLst>
                    <a:ext uri="{FF2B5EF4-FFF2-40B4-BE49-F238E27FC236}">
                      <a16:creationId xmlns:a16="http://schemas.microsoft.com/office/drawing/2014/main" id="{C58E851E-B553-4957-1C95-79C2054FBF5C}"/>
                    </a:ext>
                  </a:extLst>
                </p:cNvPr>
                <p:cNvSpPr/>
                <p:nvPr/>
              </p:nvSpPr>
              <p:spPr>
                <a:xfrm>
                  <a:off x="-1472359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02" name="Parallelogramm 701">
                  <a:extLst>
                    <a:ext uri="{FF2B5EF4-FFF2-40B4-BE49-F238E27FC236}">
                      <a16:creationId xmlns:a16="http://schemas.microsoft.com/office/drawing/2014/main" id="{F5A8901D-72D2-6135-34E0-C2F38421D7D2}"/>
                    </a:ext>
                  </a:extLst>
                </p:cNvPr>
                <p:cNvSpPr/>
                <p:nvPr/>
              </p:nvSpPr>
              <p:spPr>
                <a:xfrm>
                  <a:off x="-1531877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03" name="Parallelogramm 702">
                  <a:extLst>
                    <a:ext uri="{FF2B5EF4-FFF2-40B4-BE49-F238E27FC236}">
                      <a16:creationId xmlns:a16="http://schemas.microsoft.com/office/drawing/2014/main" id="{2DF29EE7-0578-67AC-5973-062B8F2F5770}"/>
                    </a:ext>
                  </a:extLst>
                </p:cNvPr>
                <p:cNvSpPr/>
                <p:nvPr/>
              </p:nvSpPr>
              <p:spPr>
                <a:xfrm>
                  <a:off x="-1412841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04" name="Parallelogramm 703">
                  <a:extLst>
                    <a:ext uri="{FF2B5EF4-FFF2-40B4-BE49-F238E27FC236}">
                      <a16:creationId xmlns:a16="http://schemas.microsoft.com/office/drawing/2014/main" id="{312E3E8F-000D-F708-B68D-A80DF05E91B5}"/>
                    </a:ext>
                  </a:extLst>
                </p:cNvPr>
                <p:cNvSpPr/>
                <p:nvPr/>
              </p:nvSpPr>
              <p:spPr>
                <a:xfrm>
                  <a:off x="-1353323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05" name="Parallelogramm 704">
                  <a:extLst>
                    <a:ext uri="{FF2B5EF4-FFF2-40B4-BE49-F238E27FC236}">
                      <a16:creationId xmlns:a16="http://schemas.microsoft.com/office/drawing/2014/main" id="{F7FAD789-F2EF-A0EF-A206-05AA97AE8A82}"/>
                    </a:ext>
                  </a:extLst>
                </p:cNvPr>
                <p:cNvSpPr/>
                <p:nvPr/>
              </p:nvSpPr>
              <p:spPr>
                <a:xfrm>
                  <a:off x="-1293805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06" name="Parallelogramm 705">
                  <a:extLst>
                    <a:ext uri="{FF2B5EF4-FFF2-40B4-BE49-F238E27FC236}">
                      <a16:creationId xmlns:a16="http://schemas.microsoft.com/office/drawing/2014/main" id="{B7AFF066-97F6-A650-3BED-6709C0352E02}"/>
                    </a:ext>
                  </a:extLst>
                </p:cNvPr>
                <p:cNvSpPr/>
                <p:nvPr/>
              </p:nvSpPr>
              <p:spPr>
                <a:xfrm>
                  <a:off x="-1234287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07" name="Parallelogramm 706">
                  <a:extLst>
                    <a:ext uri="{FF2B5EF4-FFF2-40B4-BE49-F238E27FC236}">
                      <a16:creationId xmlns:a16="http://schemas.microsoft.com/office/drawing/2014/main" id="{524BA166-D5F1-2D3A-33B4-15F1CB3F20F9}"/>
                    </a:ext>
                  </a:extLst>
                </p:cNvPr>
                <p:cNvSpPr/>
                <p:nvPr/>
              </p:nvSpPr>
              <p:spPr>
                <a:xfrm>
                  <a:off x="-1174769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08" name="Parallelogramm 707">
                  <a:extLst>
                    <a:ext uri="{FF2B5EF4-FFF2-40B4-BE49-F238E27FC236}">
                      <a16:creationId xmlns:a16="http://schemas.microsoft.com/office/drawing/2014/main" id="{2CDED05E-575B-9C26-F272-781EF7985C26}"/>
                    </a:ext>
                  </a:extLst>
                </p:cNvPr>
                <p:cNvSpPr/>
                <p:nvPr/>
              </p:nvSpPr>
              <p:spPr>
                <a:xfrm>
                  <a:off x="-1115251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09" name="Parallelogramm 708">
                  <a:extLst>
                    <a:ext uri="{FF2B5EF4-FFF2-40B4-BE49-F238E27FC236}">
                      <a16:creationId xmlns:a16="http://schemas.microsoft.com/office/drawing/2014/main" id="{96153E52-6A49-CB14-2EAC-50292BE2A01A}"/>
                    </a:ext>
                  </a:extLst>
                </p:cNvPr>
                <p:cNvSpPr/>
                <p:nvPr/>
              </p:nvSpPr>
              <p:spPr>
                <a:xfrm>
                  <a:off x="-996215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10" name="Parallelogramm 709">
                  <a:extLst>
                    <a:ext uri="{FF2B5EF4-FFF2-40B4-BE49-F238E27FC236}">
                      <a16:creationId xmlns:a16="http://schemas.microsoft.com/office/drawing/2014/main" id="{04924E43-8FE8-4284-DBD5-271F56B1A483}"/>
                    </a:ext>
                  </a:extLst>
                </p:cNvPr>
                <p:cNvSpPr/>
                <p:nvPr/>
              </p:nvSpPr>
              <p:spPr>
                <a:xfrm>
                  <a:off x="-1055733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11" name="Parallelogramm 710">
                  <a:extLst>
                    <a:ext uri="{FF2B5EF4-FFF2-40B4-BE49-F238E27FC236}">
                      <a16:creationId xmlns:a16="http://schemas.microsoft.com/office/drawing/2014/main" id="{9D9B99E8-16B2-A3EC-1CEA-89975973DA55}"/>
                    </a:ext>
                  </a:extLst>
                </p:cNvPr>
                <p:cNvSpPr/>
                <p:nvPr/>
              </p:nvSpPr>
              <p:spPr>
                <a:xfrm>
                  <a:off x="-936697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12" name="Parallelogramm 711">
                  <a:extLst>
                    <a:ext uri="{FF2B5EF4-FFF2-40B4-BE49-F238E27FC236}">
                      <a16:creationId xmlns:a16="http://schemas.microsoft.com/office/drawing/2014/main" id="{7959ADC5-1CD5-8CE5-8568-029C6DF39F62}"/>
                    </a:ext>
                  </a:extLst>
                </p:cNvPr>
                <p:cNvSpPr/>
                <p:nvPr/>
              </p:nvSpPr>
              <p:spPr>
                <a:xfrm>
                  <a:off x="-877179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713" name="Parallelogramm 712">
                  <a:extLst>
                    <a:ext uri="{FF2B5EF4-FFF2-40B4-BE49-F238E27FC236}">
                      <a16:creationId xmlns:a16="http://schemas.microsoft.com/office/drawing/2014/main" id="{1148A095-0B1B-5B63-1905-8C59200406E6}"/>
                    </a:ext>
                  </a:extLst>
                </p:cNvPr>
                <p:cNvSpPr/>
                <p:nvPr/>
              </p:nvSpPr>
              <p:spPr>
                <a:xfrm>
                  <a:off x="-817662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</p:grpSp>
          <p:grpSp>
            <p:nvGrpSpPr>
              <p:cNvPr id="680" name="Gruppieren 679">
                <a:extLst>
                  <a:ext uri="{FF2B5EF4-FFF2-40B4-BE49-F238E27FC236}">
                    <a16:creationId xmlns:a16="http://schemas.microsoft.com/office/drawing/2014/main" id="{3340CA94-9D83-5A03-F7FB-CFD8DAD3760E}"/>
                  </a:ext>
                </a:extLst>
              </p:cNvPr>
              <p:cNvGrpSpPr/>
              <p:nvPr/>
            </p:nvGrpSpPr>
            <p:grpSpPr>
              <a:xfrm>
                <a:off x="-1775296" y="4907935"/>
                <a:ext cx="956914" cy="21328"/>
                <a:chOff x="-1710431" y="4833156"/>
                <a:chExt cx="956914" cy="21328"/>
              </a:xfrm>
            </p:grpSpPr>
            <p:sp>
              <p:nvSpPr>
                <p:cNvPr id="682" name="Parallelogramm 681">
                  <a:extLst>
                    <a:ext uri="{FF2B5EF4-FFF2-40B4-BE49-F238E27FC236}">
                      <a16:creationId xmlns:a16="http://schemas.microsoft.com/office/drawing/2014/main" id="{77663509-880C-B0E6-B7CB-A57CE41B6E8F}"/>
                    </a:ext>
                  </a:extLst>
                </p:cNvPr>
                <p:cNvSpPr/>
                <p:nvPr/>
              </p:nvSpPr>
              <p:spPr>
                <a:xfrm>
                  <a:off x="-1710431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683" name="Parallelogramm 682">
                  <a:extLst>
                    <a:ext uri="{FF2B5EF4-FFF2-40B4-BE49-F238E27FC236}">
                      <a16:creationId xmlns:a16="http://schemas.microsoft.com/office/drawing/2014/main" id="{B881213D-5542-C2B0-F401-548B57DEAACA}"/>
                    </a:ext>
                  </a:extLst>
                </p:cNvPr>
                <p:cNvSpPr/>
                <p:nvPr/>
              </p:nvSpPr>
              <p:spPr>
                <a:xfrm>
                  <a:off x="-1650913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684" name="Parallelogramm 683">
                  <a:extLst>
                    <a:ext uri="{FF2B5EF4-FFF2-40B4-BE49-F238E27FC236}">
                      <a16:creationId xmlns:a16="http://schemas.microsoft.com/office/drawing/2014/main" id="{EEB2C3F4-2F45-7323-F09D-D2AD04C89249}"/>
                    </a:ext>
                  </a:extLst>
                </p:cNvPr>
                <p:cNvSpPr/>
                <p:nvPr/>
              </p:nvSpPr>
              <p:spPr>
                <a:xfrm>
                  <a:off x="-1591395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685" name="Parallelogramm 684">
                  <a:extLst>
                    <a:ext uri="{FF2B5EF4-FFF2-40B4-BE49-F238E27FC236}">
                      <a16:creationId xmlns:a16="http://schemas.microsoft.com/office/drawing/2014/main" id="{60682EA0-6936-4DEA-0770-6BA50833D154}"/>
                    </a:ext>
                  </a:extLst>
                </p:cNvPr>
                <p:cNvSpPr/>
                <p:nvPr/>
              </p:nvSpPr>
              <p:spPr>
                <a:xfrm>
                  <a:off x="-1472359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686" name="Parallelogramm 685">
                  <a:extLst>
                    <a:ext uri="{FF2B5EF4-FFF2-40B4-BE49-F238E27FC236}">
                      <a16:creationId xmlns:a16="http://schemas.microsoft.com/office/drawing/2014/main" id="{759CF309-52A2-7117-7EEA-51601FF9226C}"/>
                    </a:ext>
                  </a:extLst>
                </p:cNvPr>
                <p:cNvSpPr/>
                <p:nvPr/>
              </p:nvSpPr>
              <p:spPr>
                <a:xfrm>
                  <a:off x="-1531877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687" name="Parallelogramm 686">
                  <a:extLst>
                    <a:ext uri="{FF2B5EF4-FFF2-40B4-BE49-F238E27FC236}">
                      <a16:creationId xmlns:a16="http://schemas.microsoft.com/office/drawing/2014/main" id="{AD352326-08BF-8DA2-3496-0F890B93EC76}"/>
                    </a:ext>
                  </a:extLst>
                </p:cNvPr>
                <p:cNvSpPr/>
                <p:nvPr/>
              </p:nvSpPr>
              <p:spPr>
                <a:xfrm>
                  <a:off x="-1412841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688" name="Parallelogramm 687">
                  <a:extLst>
                    <a:ext uri="{FF2B5EF4-FFF2-40B4-BE49-F238E27FC236}">
                      <a16:creationId xmlns:a16="http://schemas.microsoft.com/office/drawing/2014/main" id="{17A7E429-1FBE-6763-3A2A-05606E2A7E2E}"/>
                    </a:ext>
                  </a:extLst>
                </p:cNvPr>
                <p:cNvSpPr/>
                <p:nvPr/>
              </p:nvSpPr>
              <p:spPr>
                <a:xfrm>
                  <a:off x="-1353323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689" name="Parallelogramm 688">
                  <a:extLst>
                    <a:ext uri="{FF2B5EF4-FFF2-40B4-BE49-F238E27FC236}">
                      <a16:creationId xmlns:a16="http://schemas.microsoft.com/office/drawing/2014/main" id="{15DAD72A-E2F2-05C4-9FDF-2DF6DE87BBE2}"/>
                    </a:ext>
                  </a:extLst>
                </p:cNvPr>
                <p:cNvSpPr/>
                <p:nvPr/>
              </p:nvSpPr>
              <p:spPr>
                <a:xfrm>
                  <a:off x="-1293805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690" name="Parallelogramm 689">
                  <a:extLst>
                    <a:ext uri="{FF2B5EF4-FFF2-40B4-BE49-F238E27FC236}">
                      <a16:creationId xmlns:a16="http://schemas.microsoft.com/office/drawing/2014/main" id="{86E2AE76-F691-C071-CB9B-EA2854C74871}"/>
                    </a:ext>
                  </a:extLst>
                </p:cNvPr>
                <p:cNvSpPr/>
                <p:nvPr/>
              </p:nvSpPr>
              <p:spPr>
                <a:xfrm>
                  <a:off x="-1234287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691" name="Parallelogramm 690">
                  <a:extLst>
                    <a:ext uri="{FF2B5EF4-FFF2-40B4-BE49-F238E27FC236}">
                      <a16:creationId xmlns:a16="http://schemas.microsoft.com/office/drawing/2014/main" id="{1A8153FB-BA98-1AF7-ACC6-2620E7826B77}"/>
                    </a:ext>
                  </a:extLst>
                </p:cNvPr>
                <p:cNvSpPr/>
                <p:nvPr/>
              </p:nvSpPr>
              <p:spPr>
                <a:xfrm>
                  <a:off x="-1174769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692" name="Parallelogramm 691">
                  <a:extLst>
                    <a:ext uri="{FF2B5EF4-FFF2-40B4-BE49-F238E27FC236}">
                      <a16:creationId xmlns:a16="http://schemas.microsoft.com/office/drawing/2014/main" id="{87384CC7-1022-37D7-3206-9904D5499A08}"/>
                    </a:ext>
                  </a:extLst>
                </p:cNvPr>
                <p:cNvSpPr/>
                <p:nvPr/>
              </p:nvSpPr>
              <p:spPr>
                <a:xfrm>
                  <a:off x="-1115251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693" name="Parallelogramm 692">
                  <a:extLst>
                    <a:ext uri="{FF2B5EF4-FFF2-40B4-BE49-F238E27FC236}">
                      <a16:creationId xmlns:a16="http://schemas.microsoft.com/office/drawing/2014/main" id="{2CFF2ED7-5EBB-FB8E-7BC7-21962E8518FD}"/>
                    </a:ext>
                  </a:extLst>
                </p:cNvPr>
                <p:cNvSpPr/>
                <p:nvPr/>
              </p:nvSpPr>
              <p:spPr>
                <a:xfrm>
                  <a:off x="-996215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694" name="Parallelogramm 693">
                  <a:extLst>
                    <a:ext uri="{FF2B5EF4-FFF2-40B4-BE49-F238E27FC236}">
                      <a16:creationId xmlns:a16="http://schemas.microsoft.com/office/drawing/2014/main" id="{EA95712D-E24F-86AB-30D3-6FA96B4934FB}"/>
                    </a:ext>
                  </a:extLst>
                </p:cNvPr>
                <p:cNvSpPr/>
                <p:nvPr/>
              </p:nvSpPr>
              <p:spPr>
                <a:xfrm>
                  <a:off x="-1055733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695" name="Parallelogramm 694">
                  <a:extLst>
                    <a:ext uri="{FF2B5EF4-FFF2-40B4-BE49-F238E27FC236}">
                      <a16:creationId xmlns:a16="http://schemas.microsoft.com/office/drawing/2014/main" id="{B387DAAD-0146-97FF-BFE1-B124D26E65C6}"/>
                    </a:ext>
                  </a:extLst>
                </p:cNvPr>
                <p:cNvSpPr/>
                <p:nvPr/>
              </p:nvSpPr>
              <p:spPr>
                <a:xfrm>
                  <a:off x="-936697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696" name="Parallelogramm 695">
                  <a:extLst>
                    <a:ext uri="{FF2B5EF4-FFF2-40B4-BE49-F238E27FC236}">
                      <a16:creationId xmlns:a16="http://schemas.microsoft.com/office/drawing/2014/main" id="{4024C4CE-FE4E-883A-315B-B000AC29ADB3}"/>
                    </a:ext>
                  </a:extLst>
                </p:cNvPr>
                <p:cNvSpPr/>
                <p:nvPr/>
              </p:nvSpPr>
              <p:spPr>
                <a:xfrm>
                  <a:off x="-877179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  <p:sp>
              <p:nvSpPr>
                <p:cNvPr id="697" name="Parallelogramm 696">
                  <a:extLst>
                    <a:ext uri="{FF2B5EF4-FFF2-40B4-BE49-F238E27FC236}">
                      <a16:creationId xmlns:a16="http://schemas.microsoft.com/office/drawing/2014/main" id="{8E120CE2-445D-0784-D2A8-91F59C293157}"/>
                    </a:ext>
                  </a:extLst>
                </p:cNvPr>
                <p:cNvSpPr/>
                <p:nvPr/>
              </p:nvSpPr>
              <p:spPr>
                <a:xfrm>
                  <a:off x="-817662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</a:endParaRPr>
                </a:p>
              </p:txBody>
            </p:sp>
          </p:grpSp>
          <p:sp>
            <p:nvSpPr>
              <p:cNvPr id="681" name="Rechteck 680">
                <a:extLst>
                  <a:ext uri="{FF2B5EF4-FFF2-40B4-BE49-F238E27FC236}">
                    <a16:creationId xmlns:a16="http://schemas.microsoft.com/office/drawing/2014/main" id="{4E589CA7-17AB-70AA-A4FE-80E897996157}"/>
                  </a:ext>
                </a:extLst>
              </p:cNvPr>
              <p:cNvSpPr/>
              <p:nvPr/>
            </p:nvSpPr>
            <p:spPr>
              <a:xfrm rot="10800000">
                <a:off x="-1715415" y="4789379"/>
                <a:ext cx="1086142" cy="12039"/>
              </a:xfrm>
              <a:prstGeom prst="rect">
                <a:avLst/>
              </a:prstGeom>
              <a:gradFill flip="none" rotWithShape="1">
                <a:gsLst>
                  <a:gs pos="78751">
                    <a:srgbClr val="DDDDDD">
                      <a:lumMod val="21000"/>
                      <a:lumOff val="79000"/>
                    </a:srgbClr>
                  </a:gs>
                  <a:gs pos="100000">
                    <a:srgbClr val="C1C1C1">
                      <a:lumMod val="64000"/>
                      <a:lumOff val="36000"/>
                    </a:srgbClr>
                  </a:gs>
                  <a:gs pos="23739">
                    <a:srgbClr val="C4C4C4">
                      <a:lumMod val="72000"/>
                      <a:lumOff val="28000"/>
                    </a:srgbClr>
                  </a:gs>
                  <a:gs pos="55832">
                    <a:srgbClr val="D6D6D6">
                      <a:lumMod val="52000"/>
                      <a:lumOff val="48000"/>
                    </a:srgbClr>
                  </a:gs>
                  <a:gs pos="41000">
                    <a:srgbClr val="BBBBBB">
                      <a:lumMod val="61000"/>
                      <a:lumOff val="39000"/>
                    </a:srgbClr>
                  </a:gs>
                  <a:gs pos="0">
                    <a:sysClr val="window" lastClr="FFFFFF">
                      <a:lumMod val="67000"/>
                    </a:sysClr>
                  </a:gs>
                </a:gsLst>
                <a:lin ang="5400000" scaled="1"/>
                <a:tileRect/>
              </a:gradFill>
              <a:ln w="9525" cap="flat" cmpd="sng" algn="ctr">
                <a:noFill/>
                <a:prstDash val="solid"/>
              </a:ln>
              <a:effectLst>
                <a:innerShdw blurRad="63500" dist="50800" dir="10800000">
                  <a:prstClr val="black">
                    <a:alpha val="50000"/>
                  </a:prst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ＭＳ Ｐゴシック" charset="0"/>
                </a:endParaRPr>
              </a:p>
            </p:txBody>
          </p:sp>
        </p:grpSp>
        <p:pic>
          <p:nvPicPr>
            <p:cNvPr id="668" name="Picture 3">
              <a:extLst>
                <a:ext uri="{FF2B5EF4-FFF2-40B4-BE49-F238E27FC236}">
                  <a16:creationId xmlns:a16="http://schemas.microsoft.com/office/drawing/2014/main" id="{C115381B-65E0-3601-45BE-B5F2B7A9CB7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617156" y="4196668"/>
              <a:ext cx="638450" cy="82766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sp>
        <p:nvSpPr>
          <p:cNvPr id="730" name="Cube 56">
            <a:extLst>
              <a:ext uri="{FF2B5EF4-FFF2-40B4-BE49-F238E27FC236}">
                <a16:creationId xmlns:a16="http://schemas.microsoft.com/office/drawing/2014/main" id="{5646E114-AE34-771D-CE06-564A4C4F7CA8}"/>
              </a:ext>
            </a:extLst>
          </p:cNvPr>
          <p:cNvSpPr/>
          <p:nvPr/>
        </p:nvSpPr>
        <p:spPr>
          <a:xfrm rot="16200000">
            <a:off x="1831833" y="2406845"/>
            <a:ext cx="1279685" cy="258660"/>
          </a:xfrm>
          <a:prstGeom prst="cube">
            <a:avLst>
              <a:gd name="adj" fmla="val 7525"/>
            </a:avLst>
          </a:prstGeom>
          <a:gradFill rotWithShape="1">
            <a:gsLst>
              <a:gs pos="0">
                <a:srgbClr val="8064A2">
                  <a:shade val="51000"/>
                  <a:satMod val="130000"/>
                </a:srgbClr>
              </a:gs>
              <a:gs pos="80000">
                <a:srgbClr val="8064A2">
                  <a:shade val="93000"/>
                  <a:satMod val="130000"/>
                </a:srgbClr>
              </a:gs>
              <a:gs pos="100000">
                <a:srgbClr val="8064A2">
                  <a:shade val="94000"/>
                  <a:satMod val="135000"/>
                </a:srgbClr>
              </a:gs>
            </a:gsLst>
            <a:lin ang="16200000" scaled="0"/>
          </a:gradFill>
          <a:ln w="952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b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1" i="0" u="none" strike="noStrike" kern="100" cap="none" spc="-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Load </a:t>
            </a:r>
            <a:r>
              <a:rPr kumimoji="0" lang="de-DE" sz="1200" b="1" i="0" u="none" strike="noStrike" kern="100" cap="none" spc="-5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Balancer</a:t>
            </a:r>
            <a:endParaRPr kumimoji="0" lang="de-DE" sz="1200" b="1" i="0" u="none" strike="noStrike" kern="100" cap="none" spc="-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731" name="Gruppieren 730">
            <a:extLst>
              <a:ext uri="{FF2B5EF4-FFF2-40B4-BE49-F238E27FC236}">
                <a16:creationId xmlns:a16="http://schemas.microsoft.com/office/drawing/2014/main" id="{8EFD9E44-3FD0-C222-A53C-35789AFA15EE}"/>
              </a:ext>
            </a:extLst>
          </p:cNvPr>
          <p:cNvGrpSpPr/>
          <p:nvPr/>
        </p:nvGrpSpPr>
        <p:grpSpPr>
          <a:xfrm>
            <a:off x="1147836" y="11330529"/>
            <a:ext cx="604800" cy="1189325"/>
            <a:chOff x="6864139" y="1738828"/>
            <a:chExt cx="604800" cy="1189325"/>
          </a:xfrm>
        </p:grpSpPr>
        <p:sp>
          <p:nvSpPr>
            <p:cNvPr id="732" name="Gleichschenkliges Dreieck 731">
              <a:extLst>
                <a:ext uri="{FF2B5EF4-FFF2-40B4-BE49-F238E27FC236}">
                  <a16:creationId xmlns:a16="http://schemas.microsoft.com/office/drawing/2014/main" id="{7EF1B3A3-A791-7F6E-4415-40FB0AA626A0}"/>
                </a:ext>
              </a:extLst>
            </p:cNvPr>
            <p:cNvSpPr/>
            <p:nvPr/>
          </p:nvSpPr>
          <p:spPr bwMode="gray">
            <a:xfrm rot="10800000">
              <a:off x="7011507" y="2234851"/>
              <a:ext cx="310065" cy="693302"/>
            </a:xfrm>
            <a:prstGeom prst="triangle">
              <a:avLst/>
            </a:prstGeom>
            <a:solidFill>
              <a:srgbClr val="00B0F0"/>
            </a:solidFill>
            <a:ln w="952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32000" tIns="0" rIns="0" bIns="0" rtlCol="0" anchor="ctr"/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solidFill>
                  <a:prstClr val="whit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733" name="Gruppieren 732">
              <a:extLst>
                <a:ext uri="{FF2B5EF4-FFF2-40B4-BE49-F238E27FC236}">
                  <a16:creationId xmlns:a16="http://schemas.microsoft.com/office/drawing/2014/main" id="{946FB439-9780-E543-AEDC-C7EC7B084CE8}"/>
                </a:ext>
              </a:extLst>
            </p:cNvPr>
            <p:cNvGrpSpPr/>
            <p:nvPr/>
          </p:nvGrpSpPr>
          <p:grpSpPr>
            <a:xfrm>
              <a:off x="6864139" y="1738828"/>
              <a:ext cx="604800" cy="605665"/>
              <a:chOff x="6864139" y="1769273"/>
              <a:chExt cx="604800" cy="605665"/>
            </a:xfrm>
          </p:grpSpPr>
          <p:sp>
            <p:nvSpPr>
              <p:cNvPr id="734" name="Rechteck 733">
                <a:extLst>
                  <a:ext uri="{FF2B5EF4-FFF2-40B4-BE49-F238E27FC236}">
                    <a16:creationId xmlns:a16="http://schemas.microsoft.com/office/drawing/2014/main" id="{F9D342B0-518B-EFCD-F3D0-01AF47B59788}"/>
                  </a:ext>
                </a:extLst>
              </p:cNvPr>
              <p:cNvSpPr/>
              <p:nvPr/>
            </p:nvSpPr>
            <p:spPr bwMode="gray">
              <a:xfrm>
                <a:off x="6864139" y="1769273"/>
                <a:ext cx="604800" cy="605665"/>
              </a:xfrm>
              <a:prstGeom prst="rect">
                <a:avLst/>
              </a:prstGeom>
              <a:solidFill>
                <a:srgbClr val="00B0F0"/>
              </a:solidFill>
              <a:ln w="9525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32000" tIns="0" rIns="0" bIns="0" rtlCol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grpSp>
            <p:nvGrpSpPr>
              <p:cNvPr id="735" name="Gruppieren 734">
                <a:extLst>
                  <a:ext uri="{FF2B5EF4-FFF2-40B4-BE49-F238E27FC236}">
                    <a16:creationId xmlns:a16="http://schemas.microsoft.com/office/drawing/2014/main" id="{BFF9BCDF-AC24-3F08-4142-761165CC3EFE}"/>
                  </a:ext>
                </a:extLst>
              </p:cNvPr>
              <p:cNvGrpSpPr/>
              <p:nvPr/>
            </p:nvGrpSpPr>
            <p:grpSpPr>
              <a:xfrm>
                <a:off x="6979593" y="1929113"/>
                <a:ext cx="373893" cy="285985"/>
                <a:chOff x="6767924" y="2396835"/>
                <a:chExt cx="373893" cy="285985"/>
              </a:xfrm>
            </p:grpSpPr>
            <p:sp>
              <p:nvSpPr>
                <p:cNvPr id="736" name="Freihandform: Form 735">
                  <a:extLst>
                    <a:ext uri="{FF2B5EF4-FFF2-40B4-BE49-F238E27FC236}">
                      <a16:creationId xmlns:a16="http://schemas.microsoft.com/office/drawing/2014/main" id="{B9B6BBD8-353B-E56B-84B3-8D086D92EA79}"/>
                    </a:ext>
                  </a:extLst>
                </p:cNvPr>
                <p:cNvSpPr/>
                <p:nvPr/>
              </p:nvSpPr>
              <p:spPr bwMode="gray">
                <a:xfrm>
                  <a:off x="6767924" y="2490900"/>
                  <a:ext cx="373893" cy="191920"/>
                </a:xfrm>
                <a:custGeom>
                  <a:avLst/>
                  <a:gdLst>
                    <a:gd name="connsiteX0" fmla="*/ 46177 w 373893"/>
                    <a:gd name="connsiteY0" fmla="*/ 20925 h 191920"/>
                    <a:gd name="connsiteX1" fmla="*/ 21165 w 373893"/>
                    <a:gd name="connsiteY1" fmla="*/ 45937 h 191920"/>
                    <a:gd name="connsiteX2" fmla="*/ 21165 w 373893"/>
                    <a:gd name="connsiteY2" fmla="*/ 145984 h 191920"/>
                    <a:gd name="connsiteX3" fmla="*/ 46177 w 373893"/>
                    <a:gd name="connsiteY3" fmla="*/ 170996 h 191920"/>
                    <a:gd name="connsiteX4" fmla="*/ 327716 w 373893"/>
                    <a:gd name="connsiteY4" fmla="*/ 170996 h 191920"/>
                    <a:gd name="connsiteX5" fmla="*/ 352728 w 373893"/>
                    <a:gd name="connsiteY5" fmla="*/ 145984 h 191920"/>
                    <a:gd name="connsiteX6" fmla="*/ 352728 w 373893"/>
                    <a:gd name="connsiteY6" fmla="*/ 45937 h 191920"/>
                    <a:gd name="connsiteX7" fmla="*/ 327716 w 373893"/>
                    <a:gd name="connsiteY7" fmla="*/ 20925 h 191920"/>
                    <a:gd name="connsiteX8" fmla="*/ 38443 w 373893"/>
                    <a:gd name="connsiteY8" fmla="*/ 0 h 191920"/>
                    <a:gd name="connsiteX9" fmla="*/ 335450 w 373893"/>
                    <a:gd name="connsiteY9" fmla="*/ 0 h 191920"/>
                    <a:gd name="connsiteX10" fmla="*/ 373893 w 373893"/>
                    <a:gd name="connsiteY10" fmla="*/ 38443 h 191920"/>
                    <a:gd name="connsiteX11" fmla="*/ 373893 w 373893"/>
                    <a:gd name="connsiteY11" fmla="*/ 153477 h 191920"/>
                    <a:gd name="connsiteX12" fmla="*/ 335450 w 373893"/>
                    <a:gd name="connsiteY12" fmla="*/ 191920 h 191920"/>
                    <a:gd name="connsiteX13" fmla="*/ 38443 w 373893"/>
                    <a:gd name="connsiteY13" fmla="*/ 191920 h 191920"/>
                    <a:gd name="connsiteX14" fmla="*/ 0 w 373893"/>
                    <a:gd name="connsiteY14" fmla="*/ 153477 h 191920"/>
                    <a:gd name="connsiteX15" fmla="*/ 0 w 373893"/>
                    <a:gd name="connsiteY15" fmla="*/ 38443 h 191920"/>
                    <a:gd name="connsiteX16" fmla="*/ 38443 w 373893"/>
                    <a:gd name="connsiteY16" fmla="*/ 0 h 1919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373893" h="191920">
                      <a:moveTo>
                        <a:pt x="46177" y="20925"/>
                      </a:moveTo>
                      <a:cubicBezTo>
                        <a:pt x="32363" y="20925"/>
                        <a:pt x="21165" y="32123"/>
                        <a:pt x="21165" y="45937"/>
                      </a:cubicBezTo>
                      <a:lnTo>
                        <a:pt x="21165" y="145984"/>
                      </a:lnTo>
                      <a:cubicBezTo>
                        <a:pt x="21165" y="159798"/>
                        <a:pt x="32363" y="170996"/>
                        <a:pt x="46177" y="170996"/>
                      </a:cubicBezTo>
                      <a:lnTo>
                        <a:pt x="327716" y="170996"/>
                      </a:lnTo>
                      <a:cubicBezTo>
                        <a:pt x="341530" y="170996"/>
                        <a:pt x="352728" y="159798"/>
                        <a:pt x="352728" y="145984"/>
                      </a:cubicBezTo>
                      <a:lnTo>
                        <a:pt x="352728" y="45937"/>
                      </a:lnTo>
                      <a:cubicBezTo>
                        <a:pt x="352728" y="32123"/>
                        <a:pt x="341530" y="20925"/>
                        <a:pt x="327716" y="20925"/>
                      </a:cubicBezTo>
                      <a:close/>
                      <a:moveTo>
                        <a:pt x="38443" y="0"/>
                      </a:moveTo>
                      <a:lnTo>
                        <a:pt x="335450" y="0"/>
                      </a:lnTo>
                      <a:cubicBezTo>
                        <a:pt x="356681" y="0"/>
                        <a:pt x="373893" y="17212"/>
                        <a:pt x="373893" y="38443"/>
                      </a:cubicBezTo>
                      <a:lnTo>
                        <a:pt x="373893" y="153477"/>
                      </a:lnTo>
                      <a:cubicBezTo>
                        <a:pt x="373893" y="174708"/>
                        <a:pt x="356681" y="191920"/>
                        <a:pt x="335450" y="191920"/>
                      </a:cubicBezTo>
                      <a:lnTo>
                        <a:pt x="38443" y="191920"/>
                      </a:lnTo>
                      <a:cubicBezTo>
                        <a:pt x="17212" y="191920"/>
                        <a:pt x="0" y="174708"/>
                        <a:pt x="0" y="153477"/>
                      </a:cubicBezTo>
                      <a:lnTo>
                        <a:pt x="0" y="38443"/>
                      </a:lnTo>
                      <a:cubicBezTo>
                        <a:pt x="0" y="17212"/>
                        <a:pt x="17212" y="0"/>
                        <a:pt x="38443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432000" rtlCol="0" anchor="ctr">
                  <a:noAutofit/>
                </a:bodyPr>
                <a:lstStyle/>
                <a:p>
                  <a:pPr algn="ctr" fontAlgn="base"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dirty="0">
                    <a:solidFill>
                      <a:prstClr val="white"/>
                    </a:solidFill>
                    <a:latin typeface="Franklin Gothic Book"/>
                  </a:endParaRPr>
                </a:p>
              </p:txBody>
            </p:sp>
            <p:sp>
              <p:nvSpPr>
                <p:cNvPr id="737" name="Freihandform: Form 736">
                  <a:extLst>
                    <a:ext uri="{FF2B5EF4-FFF2-40B4-BE49-F238E27FC236}">
                      <a16:creationId xmlns:a16="http://schemas.microsoft.com/office/drawing/2014/main" id="{82E9E9E5-CC93-0B3E-4369-2B9735E7BD7A}"/>
                    </a:ext>
                  </a:extLst>
                </p:cNvPr>
                <p:cNvSpPr/>
                <p:nvPr/>
              </p:nvSpPr>
              <p:spPr>
                <a:xfrm>
                  <a:off x="6819340" y="2547015"/>
                  <a:ext cx="272663" cy="79690"/>
                </a:xfrm>
                <a:custGeom>
                  <a:avLst/>
                  <a:gdLst>
                    <a:gd name="connsiteX0" fmla="*/ 152068 w 272663"/>
                    <a:gd name="connsiteY0" fmla="*/ 15934 h 79690"/>
                    <a:gd name="connsiteX1" fmla="*/ 171418 w 272663"/>
                    <a:gd name="connsiteY1" fmla="*/ 35286 h 79690"/>
                    <a:gd name="connsiteX2" fmla="*/ 171418 w 272663"/>
                    <a:gd name="connsiteY2" fmla="*/ 44427 h 79690"/>
                    <a:gd name="connsiteX3" fmla="*/ 152068 w 272663"/>
                    <a:gd name="connsiteY3" fmla="*/ 63777 h 79690"/>
                    <a:gd name="connsiteX4" fmla="*/ 142927 w 272663"/>
                    <a:gd name="connsiteY4" fmla="*/ 63705 h 79690"/>
                    <a:gd name="connsiteX5" fmla="*/ 143001 w 272663"/>
                    <a:gd name="connsiteY5" fmla="*/ 54563 h 79690"/>
                    <a:gd name="connsiteX6" fmla="*/ 150372 w 272663"/>
                    <a:gd name="connsiteY6" fmla="*/ 47190 h 79690"/>
                    <a:gd name="connsiteX7" fmla="*/ 99360 w 272663"/>
                    <a:gd name="connsiteY7" fmla="*/ 47190 h 79690"/>
                    <a:gd name="connsiteX8" fmla="*/ 99360 w 272663"/>
                    <a:gd name="connsiteY8" fmla="*/ 32448 h 79690"/>
                    <a:gd name="connsiteX9" fmla="*/ 150335 w 272663"/>
                    <a:gd name="connsiteY9" fmla="*/ 32448 h 79690"/>
                    <a:gd name="connsiteX10" fmla="*/ 142964 w 272663"/>
                    <a:gd name="connsiteY10" fmla="*/ 25075 h 79690"/>
                    <a:gd name="connsiteX11" fmla="*/ 142945 w 272663"/>
                    <a:gd name="connsiteY11" fmla="*/ 15953 h 79690"/>
                    <a:gd name="connsiteX12" fmla="*/ 152068 w 272663"/>
                    <a:gd name="connsiteY12" fmla="*/ 15934 h 79690"/>
                    <a:gd name="connsiteX13" fmla="*/ 232154 w 272663"/>
                    <a:gd name="connsiteY13" fmla="*/ 0 h 79690"/>
                    <a:gd name="connsiteX14" fmla="*/ 272663 w 272663"/>
                    <a:gd name="connsiteY14" fmla="*/ 39182 h 79690"/>
                    <a:gd name="connsiteX15" fmla="*/ 232154 w 272663"/>
                    <a:gd name="connsiteY15" fmla="*/ 79690 h 79690"/>
                    <a:gd name="connsiteX16" fmla="*/ 191646 w 272663"/>
                    <a:gd name="connsiteY16" fmla="*/ 39182 h 79690"/>
                    <a:gd name="connsiteX17" fmla="*/ 40507 w 272663"/>
                    <a:gd name="connsiteY17" fmla="*/ 0 h 79690"/>
                    <a:gd name="connsiteX18" fmla="*/ 81016 w 272663"/>
                    <a:gd name="connsiteY18" fmla="*/ 39182 h 79690"/>
                    <a:gd name="connsiteX19" fmla="*/ 40507 w 272663"/>
                    <a:gd name="connsiteY19" fmla="*/ 79690 h 79690"/>
                    <a:gd name="connsiteX20" fmla="*/ 0 w 272663"/>
                    <a:gd name="connsiteY20" fmla="*/ 39182 h 796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272663" h="79690">
                      <a:moveTo>
                        <a:pt x="152068" y="15934"/>
                      </a:moveTo>
                      <a:lnTo>
                        <a:pt x="171418" y="35286"/>
                      </a:lnTo>
                      <a:cubicBezTo>
                        <a:pt x="173929" y="37816"/>
                        <a:pt x="173929" y="41897"/>
                        <a:pt x="171418" y="44427"/>
                      </a:cubicBezTo>
                      <a:lnTo>
                        <a:pt x="152068" y="63777"/>
                      </a:lnTo>
                      <a:cubicBezTo>
                        <a:pt x="149523" y="66282"/>
                        <a:pt x="145431" y="66249"/>
                        <a:pt x="142927" y="63705"/>
                      </a:cubicBezTo>
                      <a:cubicBezTo>
                        <a:pt x="140423" y="61159"/>
                        <a:pt x="140456" y="57066"/>
                        <a:pt x="143001" y="54563"/>
                      </a:cubicBezTo>
                      <a:lnTo>
                        <a:pt x="150372" y="47190"/>
                      </a:lnTo>
                      <a:lnTo>
                        <a:pt x="99360" y="47190"/>
                      </a:lnTo>
                      <a:lnTo>
                        <a:pt x="99360" y="32448"/>
                      </a:lnTo>
                      <a:lnTo>
                        <a:pt x="150335" y="32448"/>
                      </a:lnTo>
                      <a:lnTo>
                        <a:pt x="142964" y="25075"/>
                      </a:lnTo>
                      <a:cubicBezTo>
                        <a:pt x="140440" y="22561"/>
                        <a:pt x="140431" y="18477"/>
                        <a:pt x="142945" y="15953"/>
                      </a:cubicBezTo>
                      <a:cubicBezTo>
                        <a:pt x="145459" y="13429"/>
                        <a:pt x="149544" y="13420"/>
                        <a:pt x="152068" y="15934"/>
                      </a:cubicBezTo>
                      <a:close/>
                      <a:moveTo>
                        <a:pt x="232154" y="0"/>
                      </a:moveTo>
                      <a:lnTo>
                        <a:pt x="272663" y="39182"/>
                      </a:lnTo>
                      <a:lnTo>
                        <a:pt x="232154" y="79690"/>
                      </a:lnTo>
                      <a:lnTo>
                        <a:pt x="191646" y="39182"/>
                      </a:lnTo>
                      <a:close/>
                      <a:moveTo>
                        <a:pt x="40507" y="0"/>
                      </a:moveTo>
                      <a:lnTo>
                        <a:pt x="81016" y="39182"/>
                      </a:lnTo>
                      <a:lnTo>
                        <a:pt x="40507" y="79690"/>
                      </a:lnTo>
                      <a:lnTo>
                        <a:pt x="0" y="39182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228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grpSp>
              <p:nvGrpSpPr>
                <p:cNvPr id="738" name="Gruppieren 737">
                  <a:extLst>
                    <a:ext uri="{FF2B5EF4-FFF2-40B4-BE49-F238E27FC236}">
                      <a16:creationId xmlns:a16="http://schemas.microsoft.com/office/drawing/2014/main" id="{60C8D26D-6985-4F37-764B-666CAAF0130F}"/>
                    </a:ext>
                  </a:extLst>
                </p:cNvPr>
                <p:cNvGrpSpPr/>
                <p:nvPr/>
              </p:nvGrpSpPr>
              <p:grpSpPr>
                <a:xfrm>
                  <a:off x="6814136" y="2396835"/>
                  <a:ext cx="281468" cy="106008"/>
                  <a:chOff x="6814136" y="2396835"/>
                  <a:chExt cx="281468" cy="106008"/>
                </a:xfrm>
              </p:grpSpPr>
              <p:grpSp>
                <p:nvGrpSpPr>
                  <p:cNvPr id="739" name="Gruppieren 738">
                    <a:extLst>
                      <a:ext uri="{FF2B5EF4-FFF2-40B4-BE49-F238E27FC236}">
                        <a16:creationId xmlns:a16="http://schemas.microsoft.com/office/drawing/2014/main" id="{D9FE839D-B293-C3D6-1D21-8C8EFEA72081}"/>
                      </a:ext>
                    </a:extLst>
                  </p:cNvPr>
                  <p:cNvGrpSpPr/>
                  <p:nvPr/>
                </p:nvGrpSpPr>
                <p:grpSpPr>
                  <a:xfrm>
                    <a:off x="6920713" y="2396835"/>
                    <a:ext cx="68314" cy="106008"/>
                    <a:chOff x="10344472" y="2157875"/>
                    <a:chExt cx="209315" cy="324812"/>
                  </a:xfrm>
                  <a:solidFill>
                    <a:schemeClr val="bg1"/>
                  </a:solidFill>
                </p:grpSpPr>
                <p:sp>
                  <p:nvSpPr>
                    <p:cNvPr id="746" name="Rechteck 745">
                      <a:extLst>
                        <a:ext uri="{FF2B5EF4-FFF2-40B4-BE49-F238E27FC236}">
                          <a16:creationId xmlns:a16="http://schemas.microsoft.com/office/drawing/2014/main" id="{65611FCA-0D67-C096-A623-A1AD045AF457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10413516" y="2304529"/>
                      <a:ext cx="71229" cy="178158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747" name="Ellipse 746">
                      <a:extLst>
                        <a:ext uri="{FF2B5EF4-FFF2-40B4-BE49-F238E27FC236}">
                          <a16:creationId xmlns:a16="http://schemas.microsoft.com/office/drawing/2014/main" id="{9049DDC5-8A98-C41D-530B-5A24BC15BAA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10344472" y="2157875"/>
                      <a:ext cx="209315" cy="209315"/>
                    </a:xfrm>
                    <a:prstGeom prst="ellipse">
                      <a:avLst/>
                    </a:prstGeom>
                    <a:grpFill/>
                    <a:ln w="1905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432000" rtlCol="0" anchor="ctr">
                      <a:noAutofit/>
                    </a:bodyPr>
                    <a:lstStyle/>
                    <a:p>
                      <a:pPr algn="ctr" fontAlgn="base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en-US" dirty="0">
                        <a:solidFill>
                          <a:prstClr val="white"/>
                        </a:solidFill>
                        <a:latin typeface="Franklin Gothic Book"/>
                      </a:endParaRPr>
                    </a:p>
                  </p:txBody>
                </p:sp>
              </p:grpSp>
              <p:grpSp>
                <p:nvGrpSpPr>
                  <p:cNvPr id="740" name="Gruppieren 739">
                    <a:extLst>
                      <a:ext uri="{FF2B5EF4-FFF2-40B4-BE49-F238E27FC236}">
                        <a16:creationId xmlns:a16="http://schemas.microsoft.com/office/drawing/2014/main" id="{A46FB5BC-EF49-0BE2-31CE-B4CA0BB38059}"/>
                      </a:ext>
                    </a:extLst>
                  </p:cNvPr>
                  <p:cNvGrpSpPr/>
                  <p:nvPr/>
                </p:nvGrpSpPr>
                <p:grpSpPr>
                  <a:xfrm>
                    <a:off x="7027290" y="2396835"/>
                    <a:ext cx="68314" cy="106008"/>
                    <a:chOff x="10344472" y="2157875"/>
                    <a:chExt cx="209315" cy="324812"/>
                  </a:xfrm>
                  <a:solidFill>
                    <a:schemeClr val="bg1"/>
                  </a:solidFill>
                </p:grpSpPr>
                <p:sp>
                  <p:nvSpPr>
                    <p:cNvPr id="744" name="Rechteck 743">
                      <a:extLst>
                        <a:ext uri="{FF2B5EF4-FFF2-40B4-BE49-F238E27FC236}">
                          <a16:creationId xmlns:a16="http://schemas.microsoft.com/office/drawing/2014/main" id="{2694B2CB-4F66-AD72-06D7-7DBD917EB21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10413516" y="2304529"/>
                      <a:ext cx="71229" cy="178158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745" name="Ellipse 744">
                      <a:extLst>
                        <a:ext uri="{FF2B5EF4-FFF2-40B4-BE49-F238E27FC236}">
                          <a16:creationId xmlns:a16="http://schemas.microsoft.com/office/drawing/2014/main" id="{9433A408-80DC-6E84-FE13-D1112EDE8466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10344472" y="2157875"/>
                      <a:ext cx="209315" cy="209315"/>
                    </a:xfrm>
                    <a:prstGeom prst="ellipse">
                      <a:avLst/>
                    </a:prstGeom>
                    <a:grpFill/>
                    <a:ln w="1905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432000" rtlCol="0" anchor="ctr">
                      <a:noAutofit/>
                    </a:bodyPr>
                    <a:lstStyle/>
                    <a:p>
                      <a:pPr algn="ctr" fontAlgn="base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en-US" dirty="0">
                        <a:solidFill>
                          <a:prstClr val="white"/>
                        </a:solidFill>
                        <a:latin typeface="Franklin Gothic Book"/>
                      </a:endParaRPr>
                    </a:p>
                  </p:txBody>
                </p:sp>
              </p:grpSp>
              <p:grpSp>
                <p:nvGrpSpPr>
                  <p:cNvPr id="741" name="Gruppieren 740">
                    <a:extLst>
                      <a:ext uri="{FF2B5EF4-FFF2-40B4-BE49-F238E27FC236}">
                        <a16:creationId xmlns:a16="http://schemas.microsoft.com/office/drawing/2014/main" id="{C58E3EAB-3C46-A708-FCDD-54ED133553D0}"/>
                      </a:ext>
                    </a:extLst>
                  </p:cNvPr>
                  <p:cNvGrpSpPr/>
                  <p:nvPr/>
                </p:nvGrpSpPr>
                <p:grpSpPr>
                  <a:xfrm>
                    <a:off x="6814136" y="2396835"/>
                    <a:ext cx="68314" cy="106008"/>
                    <a:chOff x="10344472" y="2157875"/>
                    <a:chExt cx="209315" cy="324812"/>
                  </a:xfrm>
                  <a:solidFill>
                    <a:schemeClr val="bg1"/>
                  </a:solidFill>
                </p:grpSpPr>
                <p:sp>
                  <p:nvSpPr>
                    <p:cNvPr id="742" name="Rechteck 741">
                      <a:extLst>
                        <a:ext uri="{FF2B5EF4-FFF2-40B4-BE49-F238E27FC236}">
                          <a16:creationId xmlns:a16="http://schemas.microsoft.com/office/drawing/2014/main" id="{CD494990-A116-D2A5-DE1F-3927590FF09C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10413516" y="2304529"/>
                      <a:ext cx="71229" cy="178158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algn="ctr"/>
                      <a:endParaRPr lang="en-US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743" name="Ellipse 742">
                      <a:extLst>
                        <a:ext uri="{FF2B5EF4-FFF2-40B4-BE49-F238E27FC236}">
                          <a16:creationId xmlns:a16="http://schemas.microsoft.com/office/drawing/2014/main" id="{51E832F7-057E-0DEC-04C5-F3580597B495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10344472" y="2157875"/>
                      <a:ext cx="209315" cy="209315"/>
                    </a:xfrm>
                    <a:prstGeom prst="ellipse">
                      <a:avLst/>
                    </a:prstGeom>
                    <a:grpFill/>
                    <a:ln w="1905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432000" rtlCol="0" anchor="ctr">
                      <a:noAutofit/>
                    </a:bodyPr>
                    <a:lstStyle/>
                    <a:p>
                      <a:pPr algn="ctr" fontAlgn="base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endParaRPr lang="en-US" dirty="0">
                        <a:solidFill>
                          <a:prstClr val="white"/>
                        </a:solidFill>
                        <a:latin typeface="Franklin Gothic Book"/>
                      </a:endParaRPr>
                    </a:p>
                  </p:txBody>
                </p:sp>
              </p:grpSp>
            </p:grpSp>
          </p:grpSp>
        </p:grpSp>
      </p:grpSp>
      <p:grpSp>
        <p:nvGrpSpPr>
          <p:cNvPr id="748" name="Gruppieren 747">
            <a:extLst>
              <a:ext uri="{FF2B5EF4-FFF2-40B4-BE49-F238E27FC236}">
                <a16:creationId xmlns:a16="http://schemas.microsoft.com/office/drawing/2014/main" id="{627403E4-DCE0-6F4B-1050-002D96F259ED}"/>
              </a:ext>
            </a:extLst>
          </p:cNvPr>
          <p:cNvGrpSpPr/>
          <p:nvPr/>
        </p:nvGrpSpPr>
        <p:grpSpPr>
          <a:xfrm>
            <a:off x="3034526" y="11330529"/>
            <a:ext cx="604800" cy="1189325"/>
            <a:chOff x="7978779" y="2233910"/>
            <a:chExt cx="604800" cy="1189325"/>
          </a:xfrm>
        </p:grpSpPr>
        <p:sp>
          <p:nvSpPr>
            <p:cNvPr id="749" name="Gleichschenkliges Dreieck 748">
              <a:extLst>
                <a:ext uri="{FF2B5EF4-FFF2-40B4-BE49-F238E27FC236}">
                  <a16:creationId xmlns:a16="http://schemas.microsoft.com/office/drawing/2014/main" id="{7F469E4A-97BA-756D-8443-20E357E5E899}"/>
                </a:ext>
              </a:extLst>
            </p:cNvPr>
            <p:cNvSpPr/>
            <p:nvPr/>
          </p:nvSpPr>
          <p:spPr bwMode="gray">
            <a:xfrm rot="10800000">
              <a:off x="8126147" y="2729933"/>
              <a:ext cx="310065" cy="693302"/>
            </a:xfrm>
            <a:prstGeom prst="triangle">
              <a:avLst/>
            </a:prstGeom>
            <a:solidFill>
              <a:srgbClr val="604A7B"/>
            </a:solidFill>
            <a:ln w="952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32000" tIns="0" rIns="0" bIns="0" rtlCol="0" anchor="ctr"/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solidFill>
                  <a:prstClr val="whit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750" name="Rechteck 749">
              <a:extLst>
                <a:ext uri="{FF2B5EF4-FFF2-40B4-BE49-F238E27FC236}">
                  <a16:creationId xmlns:a16="http://schemas.microsoft.com/office/drawing/2014/main" id="{31AAFC0C-55C5-C58A-CB0B-1565D16D2A3E}"/>
                </a:ext>
              </a:extLst>
            </p:cNvPr>
            <p:cNvSpPr/>
            <p:nvPr/>
          </p:nvSpPr>
          <p:spPr bwMode="gray">
            <a:xfrm>
              <a:off x="7978779" y="2233910"/>
              <a:ext cx="604800" cy="605665"/>
            </a:xfrm>
            <a:prstGeom prst="rect">
              <a:avLst/>
            </a:prstGeom>
            <a:solidFill>
              <a:srgbClr val="604A7B"/>
            </a:solidFill>
            <a:ln w="952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32000" tIns="0" rIns="0" bIns="0"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grpSp>
          <p:nvGrpSpPr>
            <p:cNvPr id="751" name="Gruppieren 750">
              <a:extLst>
                <a:ext uri="{FF2B5EF4-FFF2-40B4-BE49-F238E27FC236}">
                  <a16:creationId xmlns:a16="http://schemas.microsoft.com/office/drawing/2014/main" id="{65E38375-9686-CA86-BDA3-F68BEDB6742C}"/>
                </a:ext>
              </a:extLst>
            </p:cNvPr>
            <p:cNvGrpSpPr/>
            <p:nvPr/>
          </p:nvGrpSpPr>
          <p:grpSpPr>
            <a:xfrm>
              <a:off x="8135111" y="2361240"/>
              <a:ext cx="292136" cy="341469"/>
              <a:chOff x="1115898" y="4367767"/>
              <a:chExt cx="321350" cy="375618"/>
            </a:xfrm>
          </p:grpSpPr>
          <p:sp>
            <p:nvSpPr>
              <p:cNvPr id="752" name="Pfeil: nach unten 751">
                <a:extLst>
                  <a:ext uri="{FF2B5EF4-FFF2-40B4-BE49-F238E27FC236}">
                    <a16:creationId xmlns:a16="http://schemas.microsoft.com/office/drawing/2014/main" id="{45D634B3-1123-F3DE-5BB6-0894394D2D63}"/>
                  </a:ext>
                </a:extLst>
              </p:cNvPr>
              <p:cNvSpPr/>
              <p:nvPr/>
            </p:nvSpPr>
            <p:spPr bwMode="gray">
              <a:xfrm>
                <a:off x="1205516" y="4367767"/>
                <a:ext cx="142115" cy="292779"/>
              </a:xfrm>
              <a:prstGeom prst="downArrow">
                <a:avLst>
                  <a:gd name="adj1" fmla="val 35254"/>
                  <a:gd name="adj2" fmla="val 50000"/>
                </a:avLst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432000" rtlCol="0" anchor="ctr">
                <a:noAutofit/>
              </a:bodyPr>
              <a:lstStyle/>
              <a:p>
                <a:pPr algn="ctr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dirty="0">
                  <a:solidFill>
                    <a:prstClr val="white"/>
                  </a:solidFill>
                  <a:latin typeface="Franklin Gothic Book"/>
                </a:endParaRPr>
              </a:p>
            </p:txBody>
          </p:sp>
          <p:sp>
            <p:nvSpPr>
              <p:cNvPr id="753" name="Zylinder 752">
                <a:extLst>
                  <a:ext uri="{FF2B5EF4-FFF2-40B4-BE49-F238E27FC236}">
                    <a16:creationId xmlns:a16="http://schemas.microsoft.com/office/drawing/2014/main" id="{226DCBC2-D166-356A-C647-2D737680DE23}"/>
                  </a:ext>
                </a:extLst>
              </p:cNvPr>
              <p:cNvSpPr/>
              <p:nvPr/>
            </p:nvSpPr>
            <p:spPr>
              <a:xfrm>
                <a:off x="1115898" y="4441736"/>
                <a:ext cx="321350" cy="301649"/>
              </a:xfrm>
              <a:prstGeom prst="can">
                <a:avLst/>
              </a:prstGeom>
              <a:noFill/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32000" rtlCol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ranklin Gothic Book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782" name="Gruppieren 781">
            <a:extLst>
              <a:ext uri="{FF2B5EF4-FFF2-40B4-BE49-F238E27FC236}">
                <a16:creationId xmlns:a16="http://schemas.microsoft.com/office/drawing/2014/main" id="{D77676EE-EF03-D6BF-FF6A-175A03DED08E}"/>
              </a:ext>
            </a:extLst>
          </p:cNvPr>
          <p:cNvGrpSpPr/>
          <p:nvPr/>
        </p:nvGrpSpPr>
        <p:grpSpPr>
          <a:xfrm>
            <a:off x="3977871" y="11330529"/>
            <a:ext cx="604800" cy="1189325"/>
            <a:chOff x="4060718" y="11330529"/>
            <a:chExt cx="604800" cy="1189325"/>
          </a:xfrm>
        </p:grpSpPr>
        <p:grpSp>
          <p:nvGrpSpPr>
            <p:cNvPr id="755" name="Gruppieren 754">
              <a:extLst>
                <a:ext uri="{FF2B5EF4-FFF2-40B4-BE49-F238E27FC236}">
                  <a16:creationId xmlns:a16="http://schemas.microsoft.com/office/drawing/2014/main" id="{30965D6B-E6A8-99DC-5BA4-46DF4370532F}"/>
                </a:ext>
              </a:extLst>
            </p:cNvPr>
            <p:cNvGrpSpPr/>
            <p:nvPr/>
          </p:nvGrpSpPr>
          <p:grpSpPr>
            <a:xfrm rot="10800000" flipV="1">
              <a:off x="4060718" y="11330529"/>
              <a:ext cx="604800" cy="1189325"/>
              <a:chOff x="7978779" y="2233910"/>
              <a:chExt cx="604800" cy="1189325"/>
            </a:xfrm>
            <a:solidFill>
              <a:srgbClr val="00A94D"/>
            </a:solidFill>
          </p:grpSpPr>
          <p:sp>
            <p:nvSpPr>
              <p:cNvPr id="757" name="Gleichschenkliges Dreieck 756">
                <a:extLst>
                  <a:ext uri="{FF2B5EF4-FFF2-40B4-BE49-F238E27FC236}">
                    <a16:creationId xmlns:a16="http://schemas.microsoft.com/office/drawing/2014/main" id="{69BBB1D9-45A8-9FDA-B14A-D12E1012D917}"/>
                  </a:ext>
                </a:extLst>
              </p:cNvPr>
              <p:cNvSpPr/>
              <p:nvPr/>
            </p:nvSpPr>
            <p:spPr bwMode="gray">
              <a:xfrm rot="10800000">
                <a:off x="8126147" y="2729933"/>
                <a:ext cx="310065" cy="693302"/>
              </a:xfrm>
              <a:prstGeom prst="triangle">
                <a:avLst/>
              </a:prstGeom>
              <a:grpFill/>
              <a:ln w="9525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32000" tIns="0" rIns="0" bIns="0" rtlCol="0" anchor="ctr"/>
              <a:lstStyle/>
              <a:p>
                <a:pPr algn="ctr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dirty="0">
                  <a:solidFill>
                    <a:prstClr val="white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758" name="Rechteck 757">
                <a:extLst>
                  <a:ext uri="{FF2B5EF4-FFF2-40B4-BE49-F238E27FC236}">
                    <a16:creationId xmlns:a16="http://schemas.microsoft.com/office/drawing/2014/main" id="{E79DEFD9-BF99-C8E1-B954-010C18B50B05}"/>
                  </a:ext>
                </a:extLst>
              </p:cNvPr>
              <p:cNvSpPr/>
              <p:nvPr/>
            </p:nvSpPr>
            <p:spPr bwMode="gray">
              <a:xfrm>
                <a:off x="7978779" y="2233910"/>
                <a:ext cx="604800" cy="605665"/>
              </a:xfrm>
              <a:prstGeom prst="rect">
                <a:avLst/>
              </a:prstGeom>
              <a:grpFill/>
              <a:ln w="9525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32000" tIns="0" rIns="0" bIns="0" rtlCol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781" name="Freihandform: Form 780">
              <a:extLst>
                <a:ext uri="{FF2B5EF4-FFF2-40B4-BE49-F238E27FC236}">
                  <a16:creationId xmlns:a16="http://schemas.microsoft.com/office/drawing/2014/main" id="{64A34B2E-BAF8-9874-6D65-D312EB9A5B23}"/>
                </a:ext>
              </a:extLst>
            </p:cNvPr>
            <p:cNvSpPr/>
            <p:nvPr/>
          </p:nvSpPr>
          <p:spPr>
            <a:xfrm flipH="1">
              <a:off x="4195523" y="11471182"/>
              <a:ext cx="335190" cy="309599"/>
            </a:xfrm>
            <a:custGeom>
              <a:avLst/>
              <a:gdLst>
                <a:gd name="connsiteX0" fmla="*/ 164796 w 335190"/>
                <a:gd name="connsiteY0" fmla="*/ 103966 h 309599"/>
                <a:gd name="connsiteX1" fmla="*/ 215629 w 335190"/>
                <a:gd name="connsiteY1" fmla="*/ 154800 h 309599"/>
                <a:gd name="connsiteX2" fmla="*/ 164796 w 335190"/>
                <a:gd name="connsiteY2" fmla="*/ 205633 h 309599"/>
                <a:gd name="connsiteX3" fmla="*/ 164796 w 335190"/>
                <a:gd name="connsiteY3" fmla="*/ 170350 h 309599"/>
                <a:gd name="connsiteX4" fmla="*/ 0 w 335190"/>
                <a:gd name="connsiteY4" fmla="*/ 170350 h 309599"/>
                <a:gd name="connsiteX5" fmla="*/ 0 w 335190"/>
                <a:gd name="connsiteY5" fmla="*/ 139249 h 309599"/>
                <a:gd name="connsiteX6" fmla="*/ 164796 w 335190"/>
                <a:gd name="connsiteY6" fmla="*/ 139249 h 309599"/>
                <a:gd name="connsiteX7" fmla="*/ 148262 w 335190"/>
                <a:gd name="connsiteY7" fmla="*/ 0 h 309599"/>
                <a:gd name="connsiteX8" fmla="*/ 212519 w 335190"/>
                <a:gd name="connsiteY8" fmla="*/ 0 h 309599"/>
                <a:gd name="connsiteX9" fmla="*/ 212519 w 335190"/>
                <a:gd name="connsiteY9" fmla="*/ 41555 h 309599"/>
                <a:gd name="connsiteX10" fmla="*/ 215432 w 335190"/>
                <a:gd name="connsiteY10" fmla="*/ 42304 h 309599"/>
                <a:gd name="connsiteX11" fmla="*/ 228559 w 335190"/>
                <a:gd name="connsiteY11" fmla="*/ 47266 h 309599"/>
                <a:gd name="connsiteX12" fmla="*/ 237714 w 335190"/>
                <a:gd name="connsiteY12" fmla="*/ 52040 h 309599"/>
                <a:gd name="connsiteX13" fmla="*/ 267132 w 335190"/>
                <a:gd name="connsiteY13" fmla="*/ 22622 h 309599"/>
                <a:gd name="connsiteX14" fmla="*/ 312569 w 335190"/>
                <a:gd name="connsiteY14" fmla="*/ 68058 h 309599"/>
                <a:gd name="connsiteX15" fmla="*/ 283134 w 335190"/>
                <a:gd name="connsiteY15" fmla="*/ 97492 h 309599"/>
                <a:gd name="connsiteX16" fmla="*/ 286764 w 335190"/>
                <a:gd name="connsiteY16" fmla="*/ 104054 h 309599"/>
                <a:gd name="connsiteX17" fmla="*/ 292038 w 335190"/>
                <a:gd name="connsiteY17" fmla="*/ 117021 h 309599"/>
                <a:gd name="connsiteX18" fmla="*/ 293700 w 335190"/>
                <a:gd name="connsiteY18" fmla="*/ 122672 h 309599"/>
                <a:gd name="connsiteX19" fmla="*/ 335190 w 335190"/>
                <a:gd name="connsiteY19" fmla="*/ 122672 h 309599"/>
                <a:gd name="connsiteX20" fmla="*/ 335190 w 335190"/>
                <a:gd name="connsiteY20" fmla="*/ 186928 h 309599"/>
                <a:gd name="connsiteX21" fmla="*/ 293700 w 335190"/>
                <a:gd name="connsiteY21" fmla="*/ 186928 h 309599"/>
                <a:gd name="connsiteX22" fmla="*/ 292038 w 335190"/>
                <a:gd name="connsiteY22" fmla="*/ 192579 h 309599"/>
                <a:gd name="connsiteX23" fmla="*/ 286764 w 335190"/>
                <a:gd name="connsiteY23" fmla="*/ 205545 h 309599"/>
                <a:gd name="connsiteX24" fmla="*/ 283135 w 335190"/>
                <a:gd name="connsiteY24" fmla="*/ 212107 h 309599"/>
                <a:gd name="connsiteX25" fmla="*/ 312569 w 335190"/>
                <a:gd name="connsiteY25" fmla="*/ 241541 h 309599"/>
                <a:gd name="connsiteX26" fmla="*/ 267132 w 335190"/>
                <a:gd name="connsiteY26" fmla="*/ 286978 h 309599"/>
                <a:gd name="connsiteX27" fmla="*/ 237714 w 335190"/>
                <a:gd name="connsiteY27" fmla="*/ 257559 h 309599"/>
                <a:gd name="connsiteX28" fmla="*/ 228559 w 335190"/>
                <a:gd name="connsiteY28" fmla="*/ 262333 h 309599"/>
                <a:gd name="connsiteX29" fmla="*/ 215432 w 335190"/>
                <a:gd name="connsiteY29" fmla="*/ 267295 h 309599"/>
                <a:gd name="connsiteX30" fmla="*/ 212519 w 335190"/>
                <a:gd name="connsiteY30" fmla="*/ 268044 h 309599"/>
                <a:gd name="connsiteX31" fmla="*/ 212519 w 335190"/>
                <a:gd name="connsiteY31" fmla="*/ 309599 h 309599"/>
                <a:gd name="connsiteX32" fmla="*/ 148262 w 335190"/>
                <a:gd name="connsiteY32" fmla="*/ 309599 h 309599"/>
                <a:gd name="connsiteX33" fmla="*/ 148262 w 335190"/>
                <a:gd name="connsiteY33" fmla="*/ 268044 h 309599"/>
                <a:gd name="connsiteX34" fmla="*/ 145349 w 335190"/>
                <a:gd name="connsiteY34" fmla="*/ 267295 h 309599"/>
                <a:gd name="connsiteX35" fmla="*/ 132222 w 335190"/>
                <a:gd name="connsiteY35" fmla="*/ 262333 h 309599"/>
                <a:gd name="connsiteX36" fmla="*/ 123067 w 335190"/>
                <a:gd name="connsiteY36" fmla="*/ 257559 h 309599"/>
                <a:gd name="connsiteX37" fmla="*/ 93649 w 335190"/>
                <a:gd name="connsiteY37" fmla="*/ 286978 h 309599"/>
                <a:gd name="connsiteX38" fmla="*/ 48381 w 335190"/>
                <a:gd name="connsiteY38" fmla="*/ 241710 h 309599"/>
                <a:gd name="connsiteX39" fmla="*/ 115542 w 335190"/>
                <a:gd name="connsiteY39" fmla="*/ 174548 h 309599"/>
                <a:gd name="connsiteX40" fmla="*/ 117607 w 335190"/>
                <a:gd name="connsiteY40" fmla="*/ 181158 h 309599"/>
                <a:gd name="connsiteX41" fmla="*/ 180391 w 335190"/>
                <a:gd name="connsiteY41" fmla="*/ 222517 h 309599"/>
                <a:gd name="connsiteX42" fmla="*/ 248530 w 335190"/>
                <a:gd name="connsiteY42" fmla="*/ 154799 h 309599"/>
                <a:gd name="connsiteX43" fmla="*/ 180391 w 335190"/>
                <a:gd name="connsiteY43" fmla="*/ 87082 h 309599"/>
                <a:gd name="connsiteX44" fmla="*/ 117607 w 335190"/>
                <a:gd name="connsiteY44" fmla="*/ 128441 h 309599"/>
                <a:gd name="connsiteX45" fmla="*/ 115538 w 335190"/>
                <a:gd name="connsiteY45" fmla="*/ 135064 h 309599"/>
                <a:gd name="connsiteX46" fmla="*/ 48372 w 335190"/>
                <a:gd name="connsiteY46" fmla="*/ 67898 h 309599"/>
                <a:gd name="connsiteX47" fmla="*/ 93649 w 335190"/>
                <a:gd name="connsiteY47" fmla="*/ 22622 h 309599"/>
                <a:gd name="connsiteX48" fmla="*/ 123067 w 335190"/>
                <a:gd name="connsiteY48" fmla="*/ 52040 h 309599"/>
                <a:gd name="connsiteX49" fmla="*/ 132222 w 335190"/>
                <a:gd name="connsiteY49" fmla="*/ 47266 h 309599"/>
                <a:gd name="connsiteX50" fmla="*/ 145349 w 335190"/>
                <a:gd name="connsiteY50" fmla="*/ 42304 h 309599"/>
                <a:gd name="connsiteX51" fmla="*/ 148262 w 335190"/>
                <a:gd name="connsiteY51" fmla="*/ 41555 h 309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</a:cxnLst>
              <a:rect l="l" t="t" r="r" b="b"/>
              <a:pathLst>
                <a:path w="335190" h="309599">
                  <a:moveTo>
                    <a:pt x="164796" y="103966"/>
                  </a:moveTo>
                  <a:lnTo>
                    <a:pt x="215629" y="154800"/>
                  </a:lnTo>
                  <a:lnTo>
                    <a:pt x="164796" y="205633"/>
                  </a:lnTo>
                  <a:lnTo>
                    <a:pt x="164796" y="170350"/>
                  </a:lnTo>
                  <a:lnTo>
                    <a:pt x="0" y="170350"/>
                  </a:lnTo>
                  <a:lnTo>
                    <a:pt x="0" y="139249"/>
                  </a:lnTo>
                  <a:lnTo>
                    <a:pt x="164796" y="139249"/>
                  </a:lnTo>
                  <a:close/>
                  <a:moveTo>
                    <a:pt x="148262" y="0"/>
                  </a:moveTo>
                  <a:lnTo>
                    <a:pt x="212519" y="0"/>
                  </a:lnTo>
                  <a:lnTo>
                    <a:pt x="212519" y="41555"/>
                  </a:lnTo>
                  <a:lnTo>
                    <a:pt x="215432" y="42304"/>
                  </a:lnTo>
                  <a:cubicBezTo>
                    <a:pt x="219929" y="43702"/>
                    <a:pt x="224311" y="45362"/>
                    <a:pt x="228559" y="47266"/>
                  </a:cubicBezTo>
                  <a:lnTo>
                    <a:pt x="237714" y="52040"/>
                  </a:lnTo>
                  <a:lnTo>
                    <a:pt x="267132" y="22622"/>
                  </a:lnTo>
                  <a:lnTo>
                    <a:pt x="312569" y="68058"/>
                  </a:lnTo>
                  <a:lnTo>
                    <a:pt x="283134" y="97492"/>
                  </a:lnTo>
                  <a:lnTo>
                    <a:pt x="286764" y="104054"/>
                  </a:lnTo>
                  <a:cubicBezTo>
                    <a:pt x="288769" y="108246"/>
                    <a:pt x="290533" y="112573"/>
                    <a:pt x="292038" y="117021"/>
                  </a:cubicBezTo>
                  <a:lnTo>
                    <a:pt x="293700" y="122672"/>
                  </a:lnTo>
                  <a:lnTo>
                    <a:pt x="335190" y="122672"/>
                  </a:lnTo>
                  <a:lnTo>
                    <a:pt x="335190" y="186928"/>
                  </a:lnTo>
                  <a:lnTo>
                    <a:pt x="293700" y="186928"/>
                  </a:lnTo>
                  <a:lnTo>
                    <a:pt x="292038" y="192579"/>
                  </a:lnTo>
                  <a:cubicBezTo>
                    <a:pt x="290533" y="197026"/>
                    <a:pt x="288769" y="201354"/>
                    <a:pt x="286764" y="205545"/>
                  </a:cubicBezTo>
                  <a:lnTo>
                    <a:pt x="283135" y="212107"/>
                  </a:lnTo>
                  <a:lnTo>
                    <a:pt x="312569" y="241541"/>
                  </a:lnTo>
                  <a:lnTo>
                    <a:pt x="267132" y="286978"/>
                  </a:lnTo>
                  <a:lnTo>
                    <a:pt x="237714" y="257559"/>
                  </a:lnTo>
                  <a:lnTo>
                    <a:pt x="228559" y="262333"/>
                  </a:lnTo>
                  <a:cubicBezTo>
                    <a:pt x="224311" y="264237"/>
                    <a:pt x="219929" y="265898"/>
                    <a:pt x="215432" y="267295"/>
                  </a:cubicBezTo>
                  <a:lnTo>
                    <a:pt x="212519" y="268044"/>
                  </a:lnTo>
                  <a:lnTo>
                    <a:pt x="212519" y="309599"/>
                  </a:lnTo>
                  <a:lnTo>
                    <a:pt x="148262" y="309599"/>
                  </a:lnTo>
                  <a:lnTo>
                    <a:pt x="148262" y="268044"/>
                  </a:lnTo>
                  <a:lnTo>
                    <a:pt x="145349" y="267295"/>
                  </a:lnTo>
                  <a:cubicBezTo>
                    <a:pt x="140852" y="265898"/>
                    <a:pt x="136470" y="264237"/>
                    <a:pt x="132222" y="262333"/>
                  </a:cubicBezTo>
                  <a:lnTo>
                    <a:pt x="123067" y="257559"/>
                  </a:lnTo>
                  <a:lnTo>
                    <a:pt x="93649" y="286978"/>
                  </a:lnTo>
                  <a:lnTo>
                    <a:pt x="48381" y="241710"/>
                  </a:lnTo>
                  <a:lnTo>
                    <a:pt x="115542" y="174548"/>
                  </a:lnTo>
                  <a:lnTo>
                    <a:pt x="117607" y="181158"/>
                  </a:lnTo>
                  <a:cubicBezTo>
                    <a:pt x="127951" y="205463"/>
                    <a:pt x="152167" y="222517"/>
                    <a:pt x="180391" y="222517"/>
                  </a:cubicBezTo>
                  <a:cubicBezTo>
                    <a:pt x="218023" y="222517"/>
                    <a:pt x="248530" y="192198"/>
                    <a:pt x="248530" y="154799"/>
                  </a:cubicBezTo>
                  <a:cubicBezTo>
                    <a:pt x="248530" y="117400"/>
                    <a:pt x="218023" y="87082"/>
                    <a:pt x="180391" y="87082"/>
                  </a:cubicBezTo>
                  <a:cubicBezTo>
                    <a:pt x="152167" y="87082"/>
                    <a:pt x="127951" y="104136"/>
                    <a:pt x="117607" y="128441"/>
                  </a:cubicBezTo>
                  <a:lnTo>
                    <a:pt x="115538" y="135064"/>
                  </a:lnTo>
                  <a:lnTo>
                    <a:pt x="48372" y="67898"/>
                  </a:lnTo>
                  <a:lnTo>
                    <a:pt x="93649" y="22622"/>
                  </a:lnTo>
                  <a:lnTo>
                    <a:pt x="123067" y="52040"/>
                  </a:lnTo>
                  <a:lnTo>
                    <a:pt x="132222" y="47266"/>
                  </a:lnTo>
                  <a:cubicBezTo>
                    <a:pt x="136470" y="45362"/>
                    <a:pt x="140852" y="43702"/>
                    <a:pt x="145349" y="42304"/>
                  </a:cubicBezTo>
                  <a:lnTo>
                    <a:pt x="148262" y="41555"/>
                  </a:lnTo>
                  <a:close/>
                </a:path>
              </a:pathLst>
            </a:cu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432000" rtlCol="0" anchor="ctr">
              <a:no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de-DE" dirty="0">
                <a:solidFill>
                  <a:prstClr val="white"/>
                </a:solidFill>
                <a:latin typeface="Franklin Gothic Book"/>
              </a:endParaRPr>
            </a:p>
          </p:txBody>
        </p:sp>
      </p:grpSp>
      <p:grpSp>
        <p:nvGrpSpPr>
          <p:cNvPr id="784" name="Gruppieren 783">
            <a:extLst>
              <a:ext uri="{FF2B5EF4-FFF2-40B4-BE49-F238E27FC236}">
                <a16:creationId xmlns:a16="http://schemas.microsoft.com/office/drawing/2014/main" id="{6FB8632B-F4AF-E001-14E3-CC5E0BA07FB5}"/>
              </a:ext>
            </a:extLst>
          </p:cNvPr>
          <p:cNvGrpSpPr/>
          <p:nvPr/>
        </p:nvGrpSpPr>
        <p:grpSpPr>
          <a:xfrm>
            <a:off x="4921216" y="11330529"/>
            <a:ext cx="604800" cy="1291049"/>
            <a:chOff x="4921216" y="11228805"/>
            <a:chExt cx="604800" cy="1291049"/>
          </a:xfrm>
        </p:grpSpPr>
        <p:grpSp>
          <p:nvGrpSpPr>
            <p:cNvPr id="760" name="Gruppieren 759">
              <a:extLst>
                <a:ext uri="{FF2B5EF4-FFF2-40B4-BE49-F238E27FC236}">
                  <a16:creationId xmlns:a16="http://schemas.microsoft.com/office/drawing/2014/main" id="{8601DDFD-BA24-7D03-4DCC-90CFBF1CB60D}"/>
                </a:ext>
              </a:extLst>
            </p:cNvPr>
            <p:cNvGrpSpPr/>
            <p:nvPr/>
          </p:nvGrpSpPr>
          <p:grpSpPr>
            <a:xfrm rot="10800000" flipV="1">
              <a:off x="4921216" y="11228805"/>
              <a:ext cx="604800" cy="1291049"/>
              <a:chOff x="7978779" y="2233910"/>
              <a:chExt cx="604800" cy="1291049"/>
            </a:xfrm>
            <a:solidFill>
              <a:srgbClr val="FF9C4B"/>
            </a:solidFill>
          </p:grpSpPr>
          <p:sp>
            <p:nvSpPr>
              <p:cNvPr id="762" name="Gleichschenkliges Dreieck 761">
                <a:extLst>
                  <a:ext uri="{FF2B5EF4-FFF2-40B4-BE49-F238E27FC236}">
                    <a16:creationId xmlns:a16="http://schemas.microsoft.com/office/drawing/2014/main" id="{08CABB1F-6DEF-8E13-FF7F-0DF27ED25047}"/>
                  </a:ext>
                </a:extLst>
              </p:cNvPr>
              <p:cNvSpPr/>
              <p:nvPr/>
            </p:nvSpPr>
            <p:spPr bwMode="gray">
              <a:xfrm rot="10800000">
                <a:off x="8126146" y="2745291"/>
                <a:ext cx="310065" cy="779668"/>
              </a:xfrm>
              <a:prstGeom prst="triangle">
                <a:avLst/>
              </a:prstGeom>
              <a:grpFill/>
              <a:ln w="9525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32000" tIns="0" rIns="0" bIns="0" rtlCol="0" anchor="ctr"/>
              <a:lstStyle/>
              <a:p>
                <a:pPr algn="ctr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dirty="0">
                  <a:solidFill>
                    <a:prstClr val="white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763" name="Rechteck 762">
                <a:extLst>
                  <a:ext uri="{FF2B5EF4-FFF2-40B4-BE49-F238E27FC236}">
                    <a16:creationId xmlns:a16="http://schemas.microsoft.com/office/drawing/2014/main" id="{0A64F03A-5A57-8367-8E6B-D096BBA3AA65}"/>
                  </a:ext>
                </a:extLst>
              </p:cNvPr>
              <p:cNvSpPr/>
              <p:nvPr/>
            </p:nvSpPr>
            <p:spPr bwMode="gray">
              <a:xfrm>
                <a:off x="7978779" y="2233910"/>
                <a:ext cx="604800" cy="605665"/>
              </a:xfrm>
              <a:prstGeom prst="rect">
                <a:avLst/>
              </a:prstGeom>
              <a:grpFill/>
              <a:ln w="9525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32000" tIns="0" rIns="0" bIns="0" rtlCol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783" name="Freihandform: Form 782">
              <a:extLst>
                <a:ext uri="{FF2B5EF4-FFF2-40B4-BE49-F238E27FC236}">
                  <a16:creationId xmlns:a16="http://schemas.microsoft.com/office/drawing/2014/main" id="{960396DD-9988-AC03-C9DF-C3611543967C}"/>
                </a:ext>
              </a:extLst>
            </p:cNvPr>
            <p:cNvSpPr/>
            <p:nvPr/>
          </p:nvSpPr>
          <p:spPr>
            <a:xfrm>
              <a:off x="5022345" y="11480069"/>
              <a:ext cx="398011" cy="116325"/>
            </a:xfrm>
            <a:custGeom>
              <a:avLst/>
              <a:gdLst>
                <a:gd name="connsiteX0" fmla="*/ 152068 w 272663"/>
                <a:gd name="connsiteY0" fmla="*/ 15934 h 79690"/>
                <a:gd name="connsiteX1" fmla="*/ 171418 w 272663"/>
                <a:gd name="connsiteY1" fmla="*/ 35286 h 79690"/>
                <a:gd name="connsiteX2" fmla="*/ 171418 w 272663"/>
                <a:gd name="connsiteY2" fmla="*/ 44427 h 79690"/>
                <a:gd name="connsiteX3" fmla="*/ 152068 w 272663"/>
                <a:gd name="connsiteY3" fmla="*/ 63777 h 79690"/>
                <a:gd name="connsiteX4" fmla="*/ 142927 w 272663"/>
                <a:gd name="connsiteY4" fmla="*/ 63705 h 79690"/>
                <a:gd name="connsiteX5" fmla="*/ 143001 w 272663"/>
                <a:gd name="connsiteY5" fmla="*/ 54563 h 79690"/>
                <a:gd name="connsiteX6" fmla="*/ 150372 w 272663"/>
                <a:gd name="connsiteY6" fmla="*/ 47190 h 79690"/>
                <a:gd name="connsiteX7" fmla="*/ 99360 w 272663"/>
                <a:gd name="connsiteY7" fmla="*/ 47190 h 79690"/>
                <a:gd name="connsiteX8" fmla="*/ 99360 w 272663"/>
                <a:gd name="connsiteY8" fmla="*/ 32448 h 79690"/>
                <a:gd name="connsiteX9" fmla="*/ 150335 w 272663"/>
                <a:gd name="connsiteY9" fmla="*/ 32448 h 79690"/>
                <a:gd name="connsiteX10" fmla="*/ 142964 w 272663"/>
                <a:gd name="connsiteY10" fmla="*/ 25075 h 79690"/>
                <a:gd name="connsiteX11" fmla="*/ 142945 w 272663"/>
                <a:gd name="connsiteY11" fmla="*/ 15953 h 79690"/>
                <a:gd name="connsiteX12" fmla="*/ 152068 w 272663"/>
                <a:gd name="connsiteY12" fmla="*/ 15934 h 79690"/>
                <a:gd name="connsiteX13" fmla="*/ 232154 w 272663"/>
                <a:gd name="connsiteY13" fmla="*/ 0 h 79690"/>
                <a:gd name="connsiteX14" fmla="*/ 272663 w 272663"/>
                <a:gd name="connsiteY14" fmla="*/ 39182 h 79690"/>
                <a:gd name="connsiteX15" fmla="*/ 232154 w 272663"/>
                <a:gd name="connsiteY15" fmla="*/ 79690 h 79690"/>
                <a:gd name="connsiteX16" fmla="*/ 191646 w 272663"/>
                <a:gd name="connsiteY16" fmla="*/ 39182 h 79690"/>
                <a:gd name="connsiteX17" fmla="*/ 40507 w 272663"/>
                <a:gd name="connsiteY17" fmla="*/ 0 h 79690"/>
                <a:gd name="connsiteX18" fmla="*/ 81016 w 272663"/>
                <a:gd name="connsiteY18" fmla="*/ 39182 h 79690"/>
                <a:gd name="connsiteX19" fmla="*/ 40507 w 272663"/>
                <a:gd name="connsiteY19" fmla="*/ 79690 h 79690"/>
                <a:gd name="connsiteX20" fmla="*/ 0 w 272663"/>
                <a:gd name="connsiteY20" fmla="*/ 39182 h 79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72663" h="79690">
                  <a:moveTo>
                    <a:pt x="152068" y="15934"/>
                  </a:moveTo>
                  <a:lnTo>
                    <a:pt x="171418" y="35286"/>
                  </a:lnTo>
                  <a:cubicBezTo>
                    <a:pt x="173929" y="37816"/>
                    <a:pt x="173929" y="41897"/>
                    <a:pt x="171418" y="44427"/>
                  </a:cubicBezTo>
                  <a:lnTo>
                    <a:pt x="152068" y="63777"/>
                  </a:lnTo>
                  <a:cubicBezTo>
                    <a:pt x="149523" y="66282"/>
                    <a:pt x="145431" y="66249"/>
                    <a:pt x="142927" y="63705"/>
                  </a:cubicBezTo>
                  <a:cubicBezTo>
                    <a:pt x="140423" y="61159"/>
                    <a:pt x="140456" y="57066"/>
                    <a:pt x="143001" y="54563"/>
                  </a:cubicBezTo>
                  <a:lnTo>
                    <a:pt x="150372" y="47190"/>
                  </a:lnTo>
                  <a:lnTo>
                    <a:pt x="99360" y="47190"/>
                  </a:lnTo>
                  <a:lnTo>
                    <a:pt x="99360" y="32448"/>
                  </a:lnTo>
                  <a:lnTo>
                    <a:pt x="150335" y="32448"/>
                  </a:lnTo>
                  <a:lnTo>
                    <a:pt x="142964" y="25075"/>
                  </a:lnTo>
                  <a:cubicBezTo>
                    <a:pt x="140440" y="22561"/>
                    <a:pt x="140431" y="18477"/>
                    <a:pt x="142945" y="15953"/>
                  </a:cubicBezTo>
                  <a:cubicBezTo>
                    <a:pt x="145459" y="13429"/>
                    <a:pt x="149544" y="13420"/>
                    <a:pt x="152068" y="15934"/>
                  </a:cubicBezTo>
                  <a:close/>
                  <a:moveTo>
                    <a:pt x="232154" y="0"/>
                  </a:moveTo>
                  <a:lnTo>
                    <a:pt x="272663" y="39182"/>
                  </a:lnTo>
                  <a:lnTo>
                    <a:pt x="232154" y="79690"/>
                  </a:lnTo>
                  <a:lnTo>
                    <a:pt x="191646" y="39182"/>
                  </a:lnTo>
                  <a:close/>
                  <a:moveTo>
                    <a:pt x="40507" y="0"/>
                  </a:moveTo>
                  <a:lnTo>
                    <a:pt x="81016" y="39182"/>
                  </a:lnTo>
                  <a:lnTo>
                    <a:pt x="40507" y="79690"/>
                  </a:lnTo>
                  <a:lnTo>
                    <a:pt x="0" y="39182"/>
                  </a:lnTo>
                  <a:close/>
                </a:path>
              </a:pathLst>
            </a:custGeom>
            <a:solidFill>
              <a:schemeClr val="bg1"/>
            </a:solidFill>
            <a:ln w="22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789" name="Gruppieren 788">
            <a:extLst>
              <a:ext uri="{FF2B5EF4-FFF2-40B4-BE49-F238E27FC236}">
                <a16:creationId xmlns:a16="http://schemas.microsoft.com/office/drawing/2014/main" id="{96FAE891-2B91-AC02-35FC-90131FC3FED2}"/>
              </a:ext>
            </a:extLst>
          </p:cNvPr>
          <p:cNvGrpSpPr/>
          <p:nvPr/>
        </p:nvGrpSpPr>
        <p:grpSpPr>
          <a:xfrm>
            <a:off x="2091181" y="11330529"/>
            <a:ext cx="604800" cy="1189325"/>
            <a:chOff x="2091181" y="11330529"/>
            <a:chExt cx="604800" cy="1189325"/>
          </a:xfrm>
        </p:grpSpPr>
        <p:grpSp>
          <p:nvGrpSpPr>
            <p:cNvPr id="785" name="Gruppieren 784">
              <a:extLst>
                <a:ext uri="{FF2B5EF4-FFF2-40B4-BE49-F238E27FC236}">
                  <a16:creationId xmlns:a16="http://schemas.microsoft.com/office/drawing/2014/main" id="{8FE4A6AC-5D92-ECDE-7BB0-E5FAA99D421F}"/>
                </a:ext>
              </a:extLst>
            </p:cNvPr>
            <p:cNvGrpSpPr/>
            <p:nvPr/>
          </p:nvGrpSpPr>
          <p:grpSpPr>
            <a:xfrm>
              <a:off x="2091181" y="11330529"/>
              <a:ext cx="604800" cy="1189325"/>
              <a:chOff x="2091181" y="11330529"/>
              <a:chExt cx="604800" cy="1189325"/>
            </a:xfrm>
          </p:grpSpPr>
          <p:sp>
            <p:nvSpPr>
              <p:cNvPr id="765" name="Gleichschenkliges Dreieck 764">
                <a:extLst>
                  <a:ext uri="{FF2B5EF4-FFF2-40B4-BE49-F238E27FC236}">
                    <a16:creationId xmlns:a16="http://schemas.microsoft.com/office/drawing/2014/main" id="{57C4B4BB-8F11-511E-085D-BE3055B9A270}"/>
                  </a:ext>
                </a:extLst>
              </p:cNvPr>
              <p:cNvSpPr/>
              <p:nvPr/>
            </p:nvSpPr>
            <p:spPr bwMode="gray">
              <a:xfrm rot="10800000">
                <a:off x="2238549" y="11826552"/>
                <a:ext cx="310065" cy="693302"/>
              </a:xfrm>
              <a:prstGeom prst="triangle">
                <a:avLst/>
              </a:prstGeom>
              <a:solidFill>
                <a:srgbClr val="00B0F0"/>
              </a:solidFill>
              <a:ln w="9525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32000" tIns="0" rIns="0" bIns="0" rtlCol="0" anchor="ctr"/>
              <a:lstStyle/>
              <a:p>
                <a:pPr algn="ctr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dirty="0">
                  <a:solidFill>
                    <a:prstClr val="white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767" name="Rechteck 766">
                <a:extLst>
                  <a:ext uri="{FF2B5EF4-FFF2-40B4-BE49-F238E27FC236}">
                    <a16:creationId xmlns:a16="http://schemas.microsoft.com/office/drawing/2014/main" id="{C816473F-F467-C153-728B-13F52ADACD9D}"/>
                  </a:ext>
                </a:extLst>
              </p:cNvPr>
              <p:cNvSpPr/>
              <p:nvPr/>
            </p:nvSpPr>
            <p:spPr bwMode="gray">
              <a:xfrm>
                <a:off x="2091181" y="11330529"/>
                <a:ext cx="604800" cy="605665"/>
              </a:xfrm>
              <a:prstGeom prst="rect">
                <a:avLst/>
              </a:prstGeom>
              <a:solidFill>
                <a:srgbClr val="00B0F0"/>
              </a:solidFill>
              <a:ln w="9525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32000" tIns="0" rIns="0" bIns="0" rtlCol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786" name="Gruppieren 785">
              <a:extLst>
                <a:ext uri="{FF2B5EF4-FFF2-40B4-BE49-F238E27FC236}">
                  <a16:creationId xmlns:a16="http://schemas.microsoft.com/office/drawing/2014/main" id="{193B947D-8BB2-ED53-B6BE-625F32650DD8}"/>
                </a:ext>
              </a:extLst>
            </p:cNvPr>
            <p:cNvGrpSpPr/>
            <p:nvPr/>
          </p:nvGrpSpPr>
          <p:grpSpPr>
            <a:xfrm>
              <a:off x="2210471" y="11489375"/>
              <a:ext cx="373893" cy="285986"/>
              <a:chOff x="4589345" y="2396833"/>
              <a:chExt cx="373893" cy="285986"/>
            </a:xfrm>
          </p:grpSpPr>
          <p:sp>
            <p:nvSpPr>
              <p:cNvPr id="787" name="Freihandform: Form 786">
                <a:extLst>
                  <a:ext uri="{FF2B5EF4-FFF2-40B4-BE49-F238E27FC236}">
                    <a16:creationId xmlns:a16="http://schemas.microsoft.com/office/drawing/2014/main" id="{468F5060-1AD0-A928-46D2-5AED85F9ECCB}"/>
                  </a:ext>
                </a:extLst>
              </p:cNvPr>
              <p:cNvSpPr/>
              <p:nvPr/>
            </p:nvSpPr>
            <p:spPr>
              <a:xfrm>
                <a:off x="4639960" y="2473309"/>
                <a:ext cx="272663" cy="79690"/>
              </a:xfrm>
              <a:custGeom>
                <a:avLst/>
                <a:gdLst>
                  <a:gd name="connsiteX0" fmla="*/ 152068 w 272663"/>
                  <a:gd name="connsiteY0" fmla="*/ 15934 h 79690"/>
                  <a:gd name="connsiteX1" fmla="*/ 171418 w 272663"/>
                  <a:gd name="connsiteY1" fmla="*/ 35286 h 79690"/>
                  <a:gd name="connsiteX2" fmla="*/ 171418 w 272663"/>
                  <a:gd name="connsiteY2" fmla="*/ 44427 h 79690"/>
                  <a:gd name="connsiteX3" fmla="*/ 152068 w 272663"/>
                  <a:gd name="connsiteY3" fmla="*/ 63777 h 79690"/>
                  <a:gd name="connsiteX4" fmla="*/ 142927 w 272663"/>
                  <a:gd name="connsiteY4" fmla="*/ 63705 h 79690"/>
                  <a:gd name="connsiteX5" fmla="*/ 143001 w 272663"/>
                  <a:gd name="connsiteY5" fmla="*/ 54563 h 79690"/>
                  <a:gd name="connsiteX6" fmla="*/ 150372 w 272663"/>
                  <a:gd name="connsiteY6" fmla="*/ 47190 h 79690"/>
                  <a:gd name="connsiteX7" fmla="*/ 99360 w 272663"/>
                  <a:gd name="connsiteY7" fmla="*/ 47190 h 79690"/>
                  <a:gd name="connsiteX8" fmla="*/ 99360 w 272663"/>
                  <a:gd name="connsiteY8" fmla="*/ 32448 h 79690"/>
                  <a:gd name="connsiteX9" fmla="*/ 150335 w 272663"/>
                  <a:gd name="connsiteY9" fmla="*/ 32448 h 79690"/>
                  <a:gd name="connsiteX10" fmla="*/ 142964 w 272663"/>
                  <a:gd name="connsiteY10" fmla="*/ 25075 h 79690"/>
                  <a:gd name="connsiteX11" fmla="*/ 142945 w 272663"/>
                  <a:gd name="connsiteY11" fmla="*/ 15953 h 79690"/>
                  <a:gd name="connsiteX12" fmla="*/ 152068 w 272663"/>
                  <a:gd name="connsiteY12" fmla="*/ 15934 h 79690"/>
                  <a:gd name="connsiteX13" fmla="*/ 232154 w 272663"/>
                  <a:gd name="connsiteY13" fmla="*/ 0 h 79690"/>
                  <a:gd name="connsiteX14" fmla="*/ 272663 w 272663"/>
                  <a:gd name="connsiteY14" fmla="*/ 39182 h 79690"/>
                  <a:gd name="connsiteX15" fmla="*/ 232154 w 272663"/>
                  <a:gd name="connsiteY15" fmla="*/ 79690 h 79690"/>
                  <a:gd name="connsiteX16" fmla="*/ 191646 w 272663"/>
                  <a:gd name="connsiteY16" fmla="*/ 39182 h 79690"/>
                  <a:gd name="connsiteX17" fmla="*/ 40507 w 272663"/>
                  <a:gd name="connsiteY17" fmla="*/ 0 h 79690"/>
                  <a:gd name="connsiteX18" fmla="*/ 81016 w 272663"/>
                  <a:gd name="connsiteY18" fmla="*/ 39182 h 79690"/>
                  <a:gd name="connsiteX19" fmla="*/ 40507 w 272663"/>
                  <a:gd name="connsiteY19" fmla="*/ 79690 h 79690"/>
                  <a:gd name="connsiteX20" fmla="*/ 0 w 272663"/>
                  <a:gd name="connsiteY20" fmla="*/ 39182 h 79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272663" h="79690">
                    <a:moveTo>
                      <a:pt x="152068" y="15934"/>
                    </a:moveTo>
                    <a:lnTo>
                      <a:pt x="171418" y="35286"/>
                    </a:lnTo>
                    <a:cubicBezTo>
                      <a:pt x="173929" y="37816"/>
                      <a:pt x="173929" y="41897"/>
                      <a:pt x="171418" y="44427"/>
                    </a:cubicBezTo>
                    <a:lnTo>
                      <a:pt x="152068" y="63777"/>
                    </a:lnTo>
                    <a:cubicBezTo>
                      <a:pt x="149523" y="66282"/>
                      <a:pt x="145431" y="66249"/>
                      <a:pt x="142927" y="63705"/>
                    </a:cubicBezTo>
                    <a:cubicBezTo>
                      <a:pt x="140423" y="61159"/>
                      <a:pt x="140456" y="57066"/>
                      <a:pt x="143001" y="54563"/>
                    </a:cubicBezTo>
                    <a:lnTo>
                      <a:pt x="150372" y="47190"/>
                    </a:lnTo>
                    <a:lnTo>
                      <a:pt x="99360" y="47190"/>
                    </a:lnTo>
                    <a:lnTo>
                      <a:pt x="99360" y="32448"/>
                    </a:lnTo>
                    <a:lnTo>
                      <a:pt x="150335" y="32448"/>
                    </a:lnTo>
                    <a:lnTo>
                      <a:pt x="142964" y="25075"/>
                    </a:lnTo>
                    <a:cubicBezTo>
                      <a:pt x="140440" y="22561"/>
                      <a:pt x="140431" y="18477"/>
                      <a:pt x="142945" y="15953"/>
                    </a:cubicBezTo>
                    <a:cubicBezTo>
                      <a:pt x="145459" y="13429"/>
                      <a:pt x="149544" y="13420"/>
                      <a:pt x="152068" y="15934"/>
                    </a:cubicBezTo>
                    <a:close/>
                    <a:moveTo>
                      <a:pt x="232154" y="0"/>
                    </a:moveTo>
                    <a:lnTo>
                      <a:pt x="272663" y="39182"/>
                    </a:lnTo>
                    <a:lnTo>
                      <a:pt x="232154" y="79690"/>
                    </a:lnTo>
                    <a:lnTo>
                      <a:pt x="191646" y="39182"/>
                    </a:lnTo>
                    <a:close/>
                    <a:moveTo>
                      <a:pt x="40507" y="0"/>
                    </a:moveTo>
                    <a:lnTo>
                      <a:pt x="81016" y="39182"/>
                    </a:lnTo>
                    <a:lnTo>
                      <a:pt x="40507" y="79690"/>
                    </a:lnTo>
                    <a:lnTo>
                      <a:pt x="0" y="39182"/>
                    </a:lnTo>
                    <a:close/>
                  </a:path>
                </a:pathLst>
              </a:custGeom>
              <a:solidFill>
                <a:schemeClr val="bg1"/>
              </a:solidFill>
              <a:ln w="228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788" name="Freihandform: Form 787">
                <a:extLst>
                  <a:ext uri="{FF2B5EF4-FFF2-40B4-BE49-F238E27FC236}">
                    <a16:creationId xmlns:a16="http://schemas.microsoft.com/office/drawing/2014/main" id="{A9C19E22-40C3-4C26-FBC4-877BEA874393}"/>
                  </a:ext>
                </a:extLst>
              </p:cNvPr>
              <p:cNvSpPr/>
              <p:nvPr/>
            </p:nvSpPr>
            <p:spPr bwMode="gray">
              <a:xfrm>
                <a:off x="4589345" y="2396833"/>
                <a:ext cx="373893" cy="285986"/>
              </a:xfrm>
              <a:custGeom>
                <a:avLst/>
                <a:gdLst>
                  <a:gd name="connsiteX0" fmla="*/ 51091 w 373893"/>
                  <a:gd name="connsiteY0" fmla="*/ 20186 h 285986"/>
                  <a:gd name="connsiteX1" fmla="*/ 19507 w 373893"/>
                  <a:gd name="connsiteY1" fmla="*/ 51770 h 285986"/>
                  <a:gd name="connsiteX2" fmla="*/ 19507 w 373893"/>
                  <a:gd name="connsiteY2" fmla="*/ 178102 h 285986"/>
                  <a:gd name="connsiteX3" fmla="*/ 51091 w 373893"/>
                  <a:gd name="connsiteY3" fmla="*/ 209686 h 285986"/>
                  <a:gd name="connsiteX4" fmla="*/ 322802 w 373893"/>
                  <a:gd name="connsiteY4" fmla="*/ 209686 h 285986"/>
                  <a:gd name="connsiteX5" fmla="*/ 354386 w 373893"/>
                  <a:gd name="connsiteY5" fmla="*/ 178102 h 285986"/>
                  <a:gd name="connsiteX6" fmla="*/ 354386 w 373893"/>
                  <a:gd name="connsiteY6" fmla="*/ 51770 h 285986"/>
                  <a:gd name="connsiteX7" fmla="*/ 322802 w 373893"/>
                  <a:gd name="connsiteY7" fmla="*/ 20186 h 285986"/>
                  <a:gd name="connsiteX8" fmla="*/ 46045 w 373893"/>
                  <a:gd name="connsiteY8" fmla="*/ 0 h 285986"/>
                  <a:gd name="connsiteX9" fmla="*/ 327848 w 373893"/>
                  <a:gd name="connsiteY9" fmla="*/ 0 h 285986"/>
                  <a:gd name="connsiteX10" fmla="*/ 373893 w 373893"/>
                  <a:gd name="connsiteY10" fmla="*/ 46045 h 285986"/>
                  <a:gd name="connsiteX11" fmla="*/ 373893 w 373893"/>
                  <a:gd name="connsiteY11" fmla="*/ 183826 h 285986"/>
                  <a:gd name="connsiteX12" fmla="*/ 327848 w 373893"/>
                  <a:gd name="connsiteY12" fmla="*/ 229871 h 285986"/>
                  <a:gd name="connsiteX13" fmla="*/ 222950 w 373893"/>
                  <a:gd name="connsiteY13" fmla="*/ 229871 h 285986"/>
                  <a:gd name="connsiteX14" fmla="*/ 222950 w 373893"/>
                  <a:gd name="connsiteY14" fmla="*/ 262159 h 285986"/>
                  <a:gd name="connsiteX15" fmla="*/ 264124 w 373893"/>
                  <a:gd name="connsiteY15" fmla="*/ 262159 h 285986"/>
                  <a:gd name="connsiteX16" fmla="*/ 264124 w 373893"/>
                  <a:gd name="connsiteY16" fmla="*/ 285986 h 285986"/>
                  <a:gd name="connsiteX17" fmla="*/ 109768 w 373893"/>
                  <a:gd name="connsiteY17" fmla="*/ 285986 h 285986"/>
                  <a:gd name="connsiteX18" fmla="*/ 109768 w 373893"/>
                  <a:gd name="connsiteY18" fmla="*/ 262159 h 285986"/>
                  <a:gd name="connsiteX19" fmla="*/ 150942 w 373893"/>
                  <a:gd name="connsiteY19" fmla="*/ 262159 h 285986"/>
                  <a:gd name="connsiteX20" fmla="*/ 150942 w 373893"/>
                  <a:gd name="connsiteY20" fmla="*/ 229871 h 285986"/>
                  <a:gd name="connsiteX21" fmla="*/ 46045 w 373893"/>
                  <a:gd name="connsiteY21" fmla="*/ 229871 h 285986"/>
                  <a:gd name="connsiteX22" fmla="*/ 0 w 373893"/>
                  <a:gd name="connsiteY22" fmla="*/ 183826 h 285986"/>
                  <a:gd name="connsiteX23" fmla="*/ 0 w 373893"/>
                  <a:gd name="connsiteY23" fmla="*/ 46045 h 285986"/>
                  <a:gd name="connsiteX24" fmla="*/ 46045 w 373893"/>
                  <a:gd name="connsiteY24" fmla="*/ 0 h 2859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373893" h="285986">
                    <a:moveTo>
                      <a:pt x="51091" y="20186"/>
                    </a:moveTo>
                    <a:cubicBezTo>
                      <a:pt x="33648" y="20186"/>
                      <a:pt x="19507" y="34327"/>
                      <a:pt x="19507" y="51770"/>
                    </a:cubicBezTo>
                    <a:lnTo>
                      <a:pt x="19507" y="178102"/>
                    </a:lnTo>
                    <a:cubicBezTo>
                      <a:pt x="19507" y="195545"/>
                      <a:pt x="33648" y="209686"/>
                      <a:pt x="51091" y="209686"/>
                    </a:cubicBezTo>
                    <a:lnTo>
                      <a:pt x="322802" y="209686"/>
                    </a:lnTo>
                    <a:cubicBezTo>
                      <a:pt x="340245" y="209686"/>
                      <a:pt x="354386" y="195545"/>
                      <a:pt x="354386" y="178102"/>
                    </a:cubicBezTo>
                    <a:lnTo>
                      <a:pt x="354386" y="51770"/>
                    </a:lnTo>
                    <a:cubicBezTo>
                      <a:pt x="354386" y="34327"/>
                      <a:pt x="340245" y="20186"/>
                      <a:pt x="322802" y="20186"/>
                    </a:cubicBezTo>
                    <a:close/>
                    <a:moveTo>
                      <a:pt x="46045" y="0"/>
                    </a:moveTo>
                    <a:lnTo>
                      <a:pt x="327848" y="0"/>
                    </a:lnTo>
                    <a:cubicBezTo>
                      <a:pt x="353278" y="0"/>
                      <a:pt x="373893" y="20615"/>
                      <a:pt x="373893" y="46045"/>
                    </a:cubicBezTo>
                    <a:lnTo>
                      <a:pt x="373893" y="183826"/>
                    </a:lnTo>
                    <a:cubicBezTo>
                      <a:pt x="373893" y="209256"/>
                      <a:pt x="353278" y="229871"/>
                      <a:pt x="327848" y="229871"/>
                    </a:cubicBezTo>
                    <a:lnTo>
                      <a:pt x="222950" y="229871"/>
                    </a:lnTo>
                    <a:lnTo>
                      <a:pt x="222950" y="262159"/>
                    </a:lnTo>
                    <a:lnTo>
                      <a:pt x="264124" y="262159"/>
                    </a:lnTo>
                    <a:lnTo>
                      <a:pt x="264124" y="285986"/>
                    </a:lnTo>
                    <a:lnTo>
                      <a:pt x="109768" y="285986"/>
                    </a:lnTo>
                    <a:lnTo>
                      <a:pt x="109768" y="262159"/>
                    </a:lnTo>
                    <a:lnTo>
                      <a:pt x="150942" y="262159"/>
                    </a:lnTo>
                    <a:lnTo>
                      <a:pt x="150942" y="229871"/>
                    </a:lnTo>
                    <a:lnTo>
                      <a:pt x="46045" y="229871"/>
                    </a:lnTo>
                    <a:cubicBezTo>
                      <a:pt x="20615" y="229871"/>
                      <a:pt x="0" y="209256"/>
                      <a:pt x="0" y="183826"/>
                    </a:cubicBezTo>
                    <a:lnTo>
                      <a:pt x="0" y="46045"/>
                    </a:lnTo>
                    <a:cubicBezTo>
                      <a:pt x="0" y="20615"/>
                      <a:pt x="20615" y="0"/>
                      <a:pt x="46045" y="0"/>
                    </a:cubicBezTo>
                    <a:close/>
                  </a:path>
                </a:pathLst>
              </a:cu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</p:grpSp>
      <p:pic>
        <p:nvPicPr>
          <p:cNvPr id="790" name="Grafik 789">
            <a:extLst>
              <a:ext uri="{FF2B5EF4-FFF2-40B4-BE49-F238E27FC236}">
                <a16:creationId xmlns:a16="http://schemas.microsoft.com/office/drawing/2014/main" id="{46AD87D2-2B98-75A8-4524-CF9267AF213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6383" y="11437355"/>
            <a:ext cx="483493" cy="361973"/>
          </a:xfrm>
          <a:prstGeom prst="rect">
            <a:avLst/>
          </a:prstGeom>
        </p:spPr>
      </p:pic>
      <p:pic>
        <p:nvPicPr>
          <p:cNvPr id="791" name="Grafik 790">
            <a:extLst>
              <a:ext uri="{FF2B5EF4-FFF2-40B4-BE49-F238E27FC236}">
                <a16:creationId xmlns:a16="http://schemas.microsoft.com/office/drawing/2014/main" id="{48B8D5C8-91F7-869B-D2B2-75A50CDABD7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27675" y="11451575"/>
            <a:ext cx="514520" cy="457637"/>
          </a:xfrm>
          <a:prstGeom prst="rect">
            <a:avLst/>
          </a:prstGeom>
        </p:spPr>
      </p:pic>
      <p:grpSp>
        <p:nvGrpSpPr>
          <p:cNvPr id="644" name="Gruppieren 643">
            <a:extLst>
              <a:ext uri="{FF2B5EF4-FFF2-40B4-BE49-F238E27FC236}">
                <a16:creationId xmlns:a16="http://schemas.microsoft.com/office/drawing/2014/main" id="{C1217E2E-43CD-A278-0FD2-7F38320E181E}"/>
              </a:ext>
            </a:extLst>
          </p:cNvPr>
          <p:cNvGrpSpPr/>
          <p:nvPr/>
        </p:nvGrpSpPr>
        <p:grpSpPr>
          <a:xfrm>
            <a:off x="3959211" y="2167155"/>
            <a:ext cx="1465921" cy="1119316"/>
            <a:chOff x="3959211" y="2167155"/>
            <a:chExt cx="1465921" cy="1119316"/>
          </a:xfrm>
        </p:grpSpPr>
        <p:grpSp>
          <p:nvGrpSpPr>
            <p:cNvPr id="641" name="Gruppieren 640">
              <a:extLst>
                <a:ext uri="{FF2B5EF4-FFF2-40B4-BE49-F238E27FC236}">
                  <a16:creationId xmlns:a16="http://schemas.microsoft.com/office/drawing/2014/main" id="{8A34F457-A5C2-E280-8F9A-9A282268875F}"/>
                </a:ext>
              </a:extLst>
            </p:cNvPr>
            <p:cNvGrpSpPr/>
            <p:nvPr/>
          </p:nvGrpSpPr>
          <p:grpSpPr>
            <a:xfrm>
              <a:off x="3959211" y="2167155"/>
              <a:ext cx="1342618" cy="842006"/>
              <a:chOff x="7366549" y="2826568"/>
              <a:chExt cx="1342618" cy="842006"/>
            </a:xfrm>
          </p:grpSpPr>
          <p:grpSp>
            <p:nvGrpSpPr>
              <p:cNvPr id="198" name="Gruppieren 197">
                <a:extLst>
                  <a:ext uri="{FF2B5EF4-FFF2-40B4-BE49-F238E27FC236}">
                    <a16:creationId xmlns:a16="http://schemas.microsoft.com/office/drawing/2014/main" id="{2FC0C613-8604-BE63-CDE5-78B0AAF0E78E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7366549" y="2826568"/>
                <a:ext cx="1342618" cy="842006"/>
                <a:chOff x="8328248" y="1523525"/>
                <a:chExt cx="1342618" cy="842006"/>
              </a:xfrm>
              <a:effectLst/>
            </p:grpSpPr>
            <p:grpSp>
              <p:nvGrpSpPr>
                <p:cNvPr id="200" name="Gruppieren 199">
                  <a:extLst>
                    <a:ext uri="{FF2B5EF4-FFF2-40B4-BE49-F238E27FC236}">
                      <a16:creationId xmlns:a16="http://schemas.microsoft.com/office/drawing/2014/main" id="{3C1512DC-6C7C-C0B8-1613-1D6E926876F2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487615" y="1523525"/>
                  <a:ext cx="1183251" cy="842006"/>
                  <a:chOff x="8487615" y="1523525"/>
                  <a:chExt cx="1183251" cy="842006"/>
                </a:xfrm>
              </p:grpSpPr>
              <p:sp>
                <p:nvSpPr>
                  <p:cNvPr id="218" name="Box BG Black">
                    <a:extLst>
                      <a:ext uri="{FF2B5EF4-FFF2-40B4-BE49-F238E27FC236}">
                        <a16:creationId xmlns:a16="http://schemas.microsoft.com/office/drawing/2014/main" id="{26F607E3-ED8E-4DB9-0BFC-97952CB0522C}"/>
                      </a:ext>
                    </a:extLst>
                  </p:cNvPr>
                  <p:cNvSpPr/>
                  <p:nvPr/>
                </p:nvSpPr>
                <p:spPr>
                  <a:xfrm>
                    <a:off x="8487615" y="1523525"/>
                    <a:ext cx="1183036" cy="842006"/>
                  </a:xfrm>
                  <a:prstGeom prst="roundRect">
                    <a:avLst/>
                  </a:prstGeom>
                  <a:solidFill>
                    <a:schemeClr val="tx1">
                      <a:lumMod val="75000"/>
                      <a:lumOff val="25000"/>
                    </a:schemeClr>
                  </a:solidFill>
                  <a:ln>
                    <a:noFill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219" name="Box Dock">
                    <a:extLst>
                      <a:ext uri="{FF2B5EF4-FFF2-40B4-BE49-F238E27FC236}">
                        <a16:creationId xmlns:a16="http://schemas.microsoft.com/office/drawing/2014/main" id="{1BE978C9-1EE8-CA6F-FCD1-56C17E8FB4F0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85412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226" name="Box Dock BB">
                      <a:extLst>
                        <a:ext uri="{FF2B5EF4-FFF2-40B4-BE49-F238E27FC236}">
                          <a16:creationId xmlns:a16="http://schemas.microsoft.com/office/drawing/2014/main" id="{D187F2B0-E4B2-0E8D-3ACF-B94801A37995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27" name="Box Dock TT">
                      <a:extLst>
                        <a:ext uri="{FF2B5EF4-FFF2-40B4-BE49-F238E27FC236}">
                          <a16:creationId xmlns:a16="http://schemas.microsoft.com/office/drawing/2014/main" id="{8485C571-8739-46B5-B370-2928B5AFABBF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28" name="Box Dock TM">
                      <a:extLst>
                        <a:ext uri="{FF2B5EF4-FFF2-40B4-BE49-F238E27FC236}">
                          <a16:creationId xmlns:a16="http://schemas.microsoft.com/office/drawing/2014/main" id="{7E62662E-D9F5-7258-5B5D-484FC5D2077F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29" name="Box Dock BM">
                      <a:extLst>
                        <a:ext uri="{FF2B5EF4-FFF2-40B4-BE49-F238E27FC236}">
                          <a16:creationId xmlns:a16="http://schemas.microsoft.com/office/drawing/2014/main" id="{792DC70E-3B1A-7077-4AF5-31CEFC8A5B4B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30" name="Box Dock TM">
                      <a:extLst>
                        <a:ext uri="{FF2B5EF4-FFF2-40B4-BE49-F238E27FC236}">
                          <a16:creationId xmlns:a16="http://schemas.microsoft.com/office/drawing/2014/main" id="{EEA8B8C3-4962-DF5B-DC7F-F85E50D9709A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  <p:grpSp>
                <p:nvGrpSpPr>
                  <p:cNvPr id="220" name="Box Dock">
                    <a:extLst>
                      <a:ext uri="{FF2B5EF4-FFF2-40B4-BE49-F238E27FC236}">
                        <a16:creationId xmlns:a16="http://schemas.microsoft.com/office/drawing/2014/main" id="{EC85EBF5-75B0-3C0C-914E-D170E435B5C2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487615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221" name="Box Dock BB">
                      <a:extLst>
                        <a:ext uri="{FF2B5EF4-FFF2-40B4-BE49-F238E27FC236}">
                          <a16:creationId xmlns:a16="http://schemas.microsoft.com/office/drawing/2014/main" id="{DEF3CB08-7F0D-5048-A9DC-9050F6B81E9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22" name="Box Dock TT">
                      <a:extLst>
                        <a:ext uri="{FF2B5EF4-FFF2-40B4-BE49-F238E27FC236}">
                          <a16:creationId xmlns:a16="http://schemas.microsoft.com/office/drawing/2014/main" id="{109B8E2E-6664-4DDC-B4C1-03DCC93293FC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23" name="Box Dock TM">
                      <a:extLst>
                        <a:ext uri="{FF2B5EF4-FFF2-40B4-BE49-F238E27FC236}">
                          <a16:creationId xmlns:a16="http://schemas.microsoft.com/office/drawing/2014/main" id="{EF652E79-B509-6542-8E3B-6E04E5B6B22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24" name="Box Dock BM">
                      <a:extLst>
                        <a:ext uri="{FF2B5EF4-FFF2-40B4-BE49-F238E27FC236}">
                          <a16:creationId xmlns:a16="http://schemas.microsoft.com/office/drawing/2014/main" id="{4477875E-A205-EDE8-48E3-E48067C7C60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25" name="Box Dock TM">
                      <a:extLst>
                        <a:ext uri="{FF2B5EF4-FFF2-40B4-BE49-F238E27FC236}">
                          <a16:creationId xmlns:a16="http://schemas.microsoft.com/office/drawing/2014/main" id="{9D2643F9-AC15-564A-0CB6-C75ECED53E0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201" name="Box Dock">
                  <a:extLst>
                    <a:ext uri="{FF2B5EF4-FFF2-40B4-BE49-F238E27FC236}">
                      <a16:creationId xmlns:a16="http://schemas.microsoft.com/office/drawing/2014/main" id="{566F31D2-2396-B295-B6B5-9A564140B28C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9543391" y="1686102"/>
                  <a:ext cx="85454" cy="516852"/>
                  <a:chOff x="6734408" y="1594976"/>
                  <a:chExt cx="85454" cy="625391"/>
                </a:xfrm>
                <a:solidFill>
                  <a:srgbClr val="D99694">
                    <a:alpha val="0"/>
                  </a:srgbClr>
                </a:solidFill>
              </p:grpSpPr>
              <p:sp>
                <p:nvSpPr>
                  <p:cNvPr id="213" name="DAL Dock BB">
                    <a:extLst>
                      <a:ext uri="{FF2B5EF4-FFF2-40B4-BE49-F238E27FC236}">
                        <a16:creationId xmlns:a16="http://schemas.microsoft.com/office/drawing/2014/main" id="{DF162FA1-6134-B389-029A-D93331DAECF5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2126368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14" name="DAL Dock BM">
                    <a:extLst>
                      <a:ext uri="{FF2B5EF4-FFF2-40B4-BE49-F238E27FC236}">
                        <a16:creationId xmlns:a16="http://schemas.microsoft.com/office/drawing/2014/main" id="{78FF4137-B046-4B1D-DD49-A26BF6C6CA65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993521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15" name="DAL Dock MM">
                    <a:extLst>
                      <a:ext uri="{FF2B5EF4-FFF2-40B4-BE49-F238E27FC236}">
                        <a16:creationId xmlns:a16="http://schemas.microsoft.com/office/drawing/2014/main" id="{B65EE228-264E-3831-0F58-534B80E3766E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860673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16" name="DAL Dock TM">
                    <a:extLst>
                      <a:ext uri="{FF2B5EF4-FFF2-40B4-BE49-F238E27FC236}">
                        <a16:creationId xmlns:a16="http://schemas.microsoft.com/office/drawing/2014/main" id="{B8DAE0E1-B6FF-5938-F463-8918E1EF2E42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727824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17" name="DAL Dock TT">
                    <a:extLst>
                      <a:ext uri="{FF2B5EF4-FFF2-40B4-BE49-F238E27FC236}">
                        <a16:creationId xmlns:a16="http://schemas.microsoft.com/office/drawing/2014/main" id="{715C036B-4617-B420-0989-F5FF318CB180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594976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202" name="Gruppieren 201">
                  <a:extLst>
                    <a:ext uri="{FF2B5EF4-FFF2-40B4-BE49-F238E27FC236}">
                      <a16:creationId xmlns:a16="http://schemas.microsoft.com/office/drawing/2014/main" id="{4688A392-46FD-CDC5-AF24-2DC257DBDAB2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328248" y="1569340"/>
                  <a:ext cx="486693" cy="750377"/>
                  <a:chOff x="8328248" y="1569340"/>
                  <a:chExt cx="486693" cy="750377"/>
                </a:xfrm>
              </p:grpSpPr>
              <p:sp>
                <p:nvSpPr>
                  <p:cNvPr id="206" name="PL BG Blue">
                    <a:extLst>
                      <a:ext uri="{FF2B5EF4-FFF2-40B4-BE49-F238E27FC236}">
                        <a16:creationId xmlns:a16="http://schemas.microsoft.com/office/drawing/2014/main" id="{B8AC248A-2B6B-CC10-CB53-60B8F5233871}"/>
                      </a:ext>
                    </a:extLst>
                  </p:cNvPr>
                  <p:cNvSpPr/>
                  <p:nvPr/>
                </p:nvSpPr>
                <p:spPr>
                  <a:xfrm>
                    <a:off x="8328248" y="1569340"/>
                    <a:ext cx="486693" cy="750377"/>
                  </a:xfrm>
                  <a:prstGeom prst="roundRect">
                    <a:avLst>
                      <a:gd name="adj" fmla="val 26461"/>
                    </a:avLst>
                  </a:prstGeom>
                  <a:gradFill flip="none" rotWithShape="1">
                    <a:gsLst>
                      <a:gs pos="0">
                        <a:srgbClr val="00B0F0">
                          <a:shade val="30000"/>
                          <a:satMod val="115000"/>
                        </a:srgbClr>
                      </a:gs>
                      <a:gs pos="100000">
                        <a:srgbClr val="00B0F0">
                          <a:shade val="100000"/>
                          <a:satMod val="115000"/>
                        </a:srgbClr>
                      </a:gs>
                    </a:gsLst>
                    <a:lin ang="0" scaled="1"/>
                    <a:tileRect/>
                  </a:gradFill>
                  <a:ln w="25400" cap="flat" cmpd="sng" algn="ctr">
                    <a:noFill/>
                    <a:prstDash val="solid"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vert="vert270" wrap="none" lIns="0" tIns="0" rIns="0" bIns="0" rtlCol="0" anchor="t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200" b="1" i="0" u="none" strike="noStrike" kern="100" cap="none" spc="-5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rPr>
                      <a:t>AMQP API</a:t>
                    </a:r>
                  </a:p>
                </p:txBody>
              </p:sp>
              <p:grpSp>
                <p:nvGrpSpPr>
                  <p:cNvPr id="207" name="Box Dock">
                    <a:extLst>
                      <a:ext uri="{FF2B5EF4-FFF2-40B4-BE49-F238E27FC236}">
                        <a16:creationId xmlns:a16="http://schemas.microsoft.com/office/drawing/2014/main" id="{C37E6095-3CAC-7C22-6774-ABD3894BF38D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328248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208" name="PL Dock BB">
                      <a:extLst>
                        <a:ext uri="{FF2B5EF4-FFF2-40B4-BE49-F238E27FC236}">
                          <a16:creationId xmlns:a16="http://schemas.microsoft.com/office/drawing/2014/main" id="{7D585A1D-2601-1D16-420A-E7DB35B4DF6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09" name="PL Dock BM">
                      <a:extLst>
                        <a:ext uri="{FF2B5EF4-FFF2-40B4-BE49-F238E27FC236}">
                          <a16:creationId xmlns:a16="http://schemas.microsoft.com/office/drawing/2014/main" id="{625CE357-66B3-65F0-0AE5-B72574009DB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10" name="PL Dock MM">
                      <a:extLst>
                        <a:ext uri="{FF2B5EF4-FFF2-40B4-BE49-F238E27FC236}">
                          <a16:creationId xmlns:a16="http://schemas.microsoft.com/office/drawing/2014/main" id="{9F7E17DF-D300-2B13-DD0E-599B855DF70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11" name="PL Dock TM">
                      <a:extLst>
                        <a:ext uri="{FF2B5EF4-FFF2-40B4-BE49-F238E27FC236}">
                          <a16:creationId xmlns:a16="http://schemas.microsoft.com/office/drawing/2014/main" id="{66BBC935-92C2-3325-C081-A06E56701B5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12" name="PL Dock TT">
                      <a:extLst>
                        <a:ext uri="{FF2B5EF4-FFF2-40B4-BE49-F238E27FC236}">
                          <a16:creationId xmlns:a16="http://schemas.microsoft.com/office/drawing/2014/main" id="{01CB34F6-385E-4090-6503-C26A5B73625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203" name="BLL">
                  <a:extLst>
                    <a:ext uri="{FF2B5EF4-FFF2-40B4-BE49-F238E27FC236}">
                      <a16:creationId xmlns:a16="http://schemas.microsoft.com/office/drawing/2014/main" id="{093A3DC7-1D29-3CDA-5EB5-17A932542ECC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8590275" y="1632089"/>
                  <a:ext cx="977716" cy="624878"/>
                  <a:chOff x="8590275" y="1632089"/>
                  <a:chExt cx="977716" cy="624878"/>
                </a:xfrm>
              </p:grpSpPr>
              <p:sp>
                <p:nvSpPr>
                  <p:cNvPr id="204" name="BLL BG White">
                    <a:extLst>
                      <a:ext uri="{FF2B5EF4-FFF2-40B4-BE49-F238E27FC236}">
                        <a16:creationId xmlns:a16="http://schemas.microsoft.com/office/drawing/2014/main" id="{23C2838A-3831-E917-A44D-C9716472D3A3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590275" y="1632089"/>
                    <a:ext cx="977716" cy="624878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05" name="BLL BG White">
                    <a:extLst>
                      <a:ext uri="{FF2B5EF4-FFF2-40B4-BE49-F238E27FC236}">
                        <a16:creationId xmlns:a16="http://schemas.microsoft.com/office/drawing/2014/main" id="{BEAF8787-7643-E0C5-DEAE-24AAA8FBD085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616672" y="1654783"/>
                    <a:ext cx="924923" cy="579490"/>
                  </a:xfrm>
                  <a:prstGeom prst="roundRect">
                    <a:avLst/>
                  </a:prstGeom>
                  <a:noFill/>
                  <a:ln>
                    <a:solidFill>
                      <a:srgbClr val="FF9C4B"/>
                    </a:solidFill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</p:grpSp>
          </p:grpSp>
          <p:pic>
            <p:nvPicPr>
              <p:cNvPr id="640" name="Picture 2" descr="Rabbitmq logo - Soziale Medien und Logos Symbole">
                <a:extLst>
                  <a:ext uri="{FF2B5EF4-FFF2-40B4-BE49-F238E27FC236}">
                    <a16:creationId xmlns:a16="http://schemas.microsoft.com/office/drawing/2014/main" id="{57EC5975-9A20-72AB-356B-D004B20E801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726582" y="3079236"/>
                <a:ext cx="797395" cy="3986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643" name="Textfeld 642">
              <a:extLst>
                <a:ext uri="{FF2B5EF4-FFF2-40B4-BE49-F238E27FC236}">
                  <a16:creationId xmlns:a16="http://schemas.microsoft.com/office/drawing/2014/main" id="{FD77A663-72FA-4C50-8883-A45387C1BEB4}"/>
                </a:ext>
              </a:extLst>
            </p:cNvPr>
            <p:cNvSpPr txBox="1"/>
            <p:nvPr/>
          </p:nvSpPr>
          <p:spPr>
            <a:xfrm>
              <a:off x="3993658" y="3027939"/>
              <a:ext cx="1431474" cy="258532"/>
            </a:xfrm>
            <a:prstGeom prst="rect">
              <a:avLst/>
            </a:prstGeom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lnSpc>
                  <a:spcPct val="90000"/>
                </a:lnSpc>
                <a:defRPr sz="1200" kern="0">
                  <a:solidFill>
                    <a:prstClr val="black">
                      <a:lumMod val="75000"/>
                      <a:lumOff val="25000"/>
                    </a:prstClr>
                  </a:solidFill>
                  <a:latin typeface="Calibri" pitchFamily="34" charset="0"/>
                  <a:cs typeface="Calibri" pitchFamily="34" charset="0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t>—</a:t>
              </a:r>
            </a:p>
          </p:txBody>
        </p:sp>
      </p:grpSp>
      <p:grpSp>
        <p:nvGrpSpPr>
          <p:cNvPr id="645" name="Gruppieren 644">
            <a:extLst>
              <a:ext uri="{FF2B5EF4-FFF2-40B4-BE49-F238E27FC236}">
                <a16:creationId xmlns:a16="http://schemas.microsoft.com/office/drawing/2014/main" id="{C389831C-5451-2D4E-C6A2-2115873C3660}"/>
              </a:ext>
            </a:extLst>
          </p:cNvPr>
          <p:cNvGrpSpPr/>
          <p:nvPr/>
        </p:nvGrpSpPr>
        <p:grpSpPr>
          <a:xfrm>
            <a:off x="5345829" y="2167155"/>
            <a:ext cx="1905291" cy="1117576"/>
            <a:chOff x="5847288" y="1427988"/>
            <a:chExt cx="1905291" cy="1117576"/>
          </a:xfrm>
        </p:grpSpPr>
        <p:grpSp>
          <p:nvGrpSpPr>
            <p:cNvPr id="646" name="Gruppieren 645">
              <a:extLst>
                <a:ext uri="{FF2B5EF4-FFF2-40B4-BE49-F238E27FC236}">
                  <a16:creationId xmlns:a16="http://schemas.microsoft.com/office/drawing/2014/main" id="{3B2EECB2-5F7E-FCD7-AF51-E6FCCEABE60C}"/>
                </a:ext>
              </a:extLst>
            </p:cNvPr>
            <p:cNvGrpSpPr/>
            <p:nvPr/>
          </p:nvGrpSpPr>
          <p:grpSpPr>
            <a:xfrm>
              <a:off x="5847288" y="1427988"/>
              <a:ext cx="1905291" cy="1117576"/>
              <a:chOff x="5847288" y="1427988"/>
              <a:chExt cx="1905291" cy="1117576"/>
            </a:xfrm>
          </p:grpSpPr>
          <p:grpSp>
            <p:nvGrpSpPr>
              <p:cNvPr id="648" name="Gruppieren 647">
                <a:extLst>
                  <a:ext uri="{FF2B5EF4-FFF2-40B4-BE49-F238E27FC236}">
                    <a16:creationId xmlns:a16="http://schemas.microsoft.com/office/drawing/2014/main" id="{C7D4BCCB-B714-6A09-E94A-1F140CB9D5D9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6049526" y="1427988"/>
                <a:ext cx="1342618" cy="842006"/>
                <a:chOff x="8328248" y="1523525"/>
                <a:chExt cx="1342618" cy="842006"/>
              </a:xfrm>
              <a:effectLst/>
            </p:grpSpPr>
            <p:grpSp>
              <p:nvGrpSpPr>
                <p:cNvPr id="650" name="Gruppieren 649">
                  <a:extLst>
                    <a:ext uri="{FF2B5EF4-FFF2-40B4-BE49-F238E27FC236}">
                      <a16:creationId xmlns:a16="http://schemas.microsoft.com/office/drawing/2014/main" id="{3AB21E72-841A-8806-4744-06D43A72EDD7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487615" y="1523525"/>
                  <a:ext cx="1183251" cy="842006"/>
                  <a:chOff x="8487615" y="1523525"/>
                  <a:chExt cx="1183251" cy="842006"/>
                </a:xfrm>
              </p:grpSpPr>
              <p:sp>
                <p:nvSpPr>
                  <p:cNvPr id="310" name="Box BG Black">
                    <a:extLst>
                      <a:ext uri="{FF2B5EF4-FFF2-40B4-BE49-F238E27FC236}">
                        <a16:creationId xmlns:a16="http://schemas.microsoft.com/office/drawing/2014/main" id="{930E7021-BA7E-7C46-CB68-DECD8C657D1F}"/>
                      </a:ext>
                    </a:extLst>
                  </p:cNvPr>
                  <p:cNvSpPr/>
                  <p:nvPr/>
                </p:nvSpPr>
                <p:spPr>
                  <a:xfrm>
                    <a:off x="8487615" y="1523525"/>
                    <a:ext cx="1183036" cy="842006"/>
                  </a:xfrm>
                  <a:prstGeom prst="roundRect">
                    <a:avLst/>
                  </a:prstGeom>
                  <a:solidFill>
                    <a:schemeClr val="tx1">
                      <a:lumMod val="75000"/>
                      <a:lumOff val="25000"/>
                    </a:schemeClr>
                  </a:solidFill>
                  <a:ln>
                    <a:noFill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311" name="Box Dock">
                    <a:extLst>
                      <a:ext uri="{FF2B5EF4-FFF2-40B4-BE49-F238E27FC236}">
                        <a16:creationId xmlns:a16="http://schemas.microsoft.com/office/drawing/2014/main" id="{CFAF421A-24A1-5707-DAE8-0A101E00F063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85412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318" name="Box Dock BB">
                      <a:extLst>
                        <a:ext uri="{FF2B5EF4-FFF2-40B4-BE49-F238E27FC236}">
                          <a16:creationId xmlns:a16="http://schemas.microsoft.com/office/drawing/2014/main" id="{B92CDA27-AFE8-3BDD-019B-1BA7B3F2088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19" name="Box Dock TT">
                      <a:extLst>
                        <a:ext uri="{FF2B5EF4-FFF2-40B4-BE49-F238E27FC236}">
                          <a16:creationId xmlns:a16="http://schemas.microsoft.com/office/drawing/2014/main" id="{830FCE86-FA40-6AC0-3F3A-A272DA033602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754" name="Box Dock TM">
                      <a:extLst>
                        <a:ext uri="{FF2B5EF4-FFF2-40B4-BE49-F238E27FC236}">
                          <a16:creationId xmlns:a16="http://schemas.microsoft.com/office/drawing/2014/main" id="{A2F9DD10-0FD1-D2A5-2CDB-36C39505584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756" name="Box Dock BM">
                      <a:extLst>
                        <a:ext uri="{FF2B5EF4-FFF2-40B4-BE49-F238E27FC236}">
                          <a16:creationId xmlns:a16="http://schemas.microsoft.com/office/drawing/2014/main" id="{7587C779-8A51-3BB8-5099-FB41BD4E7EBF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759" name="Box Dock TM">
                      <a:extLst>
                        <a:ext uri="{FF2B5EF4-FFF2-40B4-BE49-F238E27FC236}">
                          <a16:creationId xmlns:a16="http://schemas.microsoft.com/office/drawing/2014/main" id="{33750A90-C470-B586-A00A-18D6E4DD3E8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  <p:grpSp>
                <p:nvGrpSpPr>
                  <p:cNvPr id="312" name="Box Dock">
                    <a:extLst>
                      <a:ext uri="{FF2B5EF4-FFF2-40B4-BE49-F238E27FC236}">
                        <a16:creationId xmlns:a16="http://schemas.microsoft.com/office/drawing/2014/main" id="{7931935A-8961-90CF-D12B-0CE347859C7A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487615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313" name="Box Dock BB">
                      <a:extLst>
                        <a:ext uri="{FF2B5EF4-FFF2-40B4-BE49-F238E27FC236}">
                          <a16:creationId xmlns:a16="http://schemas.microsoft.com/office/drawing/2014/main" id="{0D4535DB-1FF3-5CE6-A3E3-28698EA03B3B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14" name="Box Dock TT">
                      <a:extLst>
                        <a:ext uri="{FF2B5EF4-FFF2-40B4-BE49-F238E27FC236}">
                          <a16:creationId xmlns:a16="http://schemas.microsoft.com/office/drawing/2014/main" id="{486B8EDD-0935-7C7C-63EC-FE4CF66FEE4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15" name="Box Dock TM">
                      <a:extLst>
                        <a:ext uri="{FF2B5EF4-FFF2-40B4-BE49-F238E27FC236}">
                          <a16:creationId xmlns:a16="http://schemas.microsoft.com/office/drawing/2014/main" id="{6ABD15D1-85C1-93F2-2C24-06CD62D8779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16" name="Box Dock BM">
                      <a:extLst>
                        <a:ext uri="{FF2B5EF4-FFF2-40B4-BE49-F238E27FC236}">
                          <a16:creationId xmlns:a16="http://schemas.microsoft.com/office/drawing/2014/main" id="{55891108-9514-EE72-998F-BAA9F67E496A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17" name="Box Dock TM">
                      <a:extLst>
                        <a:ext uri="{FF2B5EF4-FFF2-40B4-BE49-F238E27FC236}">
                          <a16:creationId xmlns:a16="http://schemas.microsoft.com/office/drawing/2014/main" id="{85A66A23-1D30-FCA4-7BF9-B1536EE3C765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651" name="Box Dock">
                  <a:extLst>
                    <a:ext uri="{FF2B5EF4-FFF2-40B4-BE49-F238E27FC236}">
                      <a16:creationId xmlns:a16="http://schemas.microsoft.com/office/drawing/2014/main" id="{DDAC3E52-EC40-D652-4190-7DC2B5909711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9543391" y="1686102"/>
                  <a:ext cx="85454" cy="516852"/>
                  <a:chOff x="6734408" y="1594976"/>
                  <a:chExt cx="85454" cy="625391"/>
                </a:xfrm>
                <a:solidFill>
                  <a:srgbClr val="D99694">
                    <a:alpha val="0"/>
                  </a:srgbClr>
                </a:solidFill>
              </p:grpSpPr>
              <p:sp>
                <p:nvSpPr>
                  <p:cNvPr id="663" name="DAL Dock BB">
                    <a:extLst>
                      <a:ext uri="{FF2B5EF4-FFF2-40B4-BE49-F238E27FC236}">
                        <a16:creationId xmlns:a16="http://schemas.microsoft.com/office/drawing/2014/main" id="{D4F7D1E0-C28C-1F5E-F9EA-63400A589B1E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2126368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664" name="DAL Dock BM">
                    <a:extLst>
                      <a:ext uri="{FF2B5EF4-FFF2-40B4-BE49-F238E27FC236}">
                        <a16:creationId xmlns:a16="http://schemas.microsoft.com/office/drawing/2014/main" id="{C21AB2DD-5D92-BFB1-D45F-6BA2B0A98CA8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993521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665" name="DAL Dock MM">
                    <a:extLst>
                      <a:ext uri="{FF2B5EF4-FFF2-40B4-BE49-F238E27FC236}">
                        <a16:creationId xmlns:a16="http://schemas.microsoft.com/office/drawing/2014/main" id="{5BECBC6D-1EAC-9B48-B46E-44AA1B0950BC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860673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308" name="DAL Dock TM">
                    <a:extLst>
                      <a:ext uri="{FF2B5EF4-FFF2-40B4-BE49-F238E27FC236}">
                        <a16:creationId xmlns:a16="http://schemas.microsoft.com/office/drawing/2014/main" id="{DC6F9630-3B7C-9E7A-7C65-2C35EF22FABC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727824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309" name="DAL Dock TT">
                    <a:extLst>
                      <a:ext uri="{FF2B5EF4-FFF2-40B4-BE49-F238E27FC236}">
                        <a16:creationId xmlns:a16="http://schemas.microsoft.com/office/drawing/2014/main" id="{CED496C8-BD27-1915-F51A-1998BF1B8EA6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594976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652" name="Gruppieren 651">
                  <a:extLst>
                    <a:ext uri="{FF2B5EF4-FFF2-40B4-BE49-F238E27FC236}">
                      <a16:creationId xmlns:a16="http://schemas.microsoft.com/office/drawing/2014/main" id="{FE2E8A11-A316-27F5-7AA3-449CACD5C0D6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328248" y="1569340"/>
                  <a:ext cx="486693" cy="750377"/>
                  <a:chOff x="8328248" y="1569340"/>
                  <a:chExt cx="486693" cy="750377"/>
                </a:xfrm>
              </p:grpSpPr>
              <p:sp>
                <p:nvSpPr>
                  <p:cNvPr id="656" name="PL BG Blue">
                    <a:extLst>
                      <a:ext uri="{FF2B5EF4-FFF2-40B4-BE49-F238E27FC236}">
                        <a16:creationId xmlns:a16="http://schemas.microsoft.com/office/drawing/2014/main" id="{0443535B-F589-D688-C9E7-BAE159A12DEC}"/>
                      </a:ext>
                    </a:extLst>
                  </p:cNvPr>
                  <p:cNvSpPr/>
                  <p:nvPr/>
                </p:nvSpPr>
                <p:spPr>
                  <a:xfrm flipH="1">
                    <a:off x="8528991" y="1569340"/>
                    <a:ext cx="285950" cy="750377"/>
                  </a:xfrm>
                  <a:prstGeom prst="roundRect">
                    <a:avLst>
                      <a:gd name="adj" fmla="val 50000"/>
                    </a:avLst>
                  </a:prstGeom>
                  <a:gradFill flip="none" rotWithShape="1">
                    <a:gsLst>
                      <a:gs pos="0">
                        <a:srgbClr val="00B050">
                          <a:lumMod val="86000"/>
                        </a:srgbClr>
                      </a:gs>
                      <a:gs pos="100000">
                        <a:srgbClr val="00B050">
                          <a:lumMod val="87000"/>
                          <a:lumOff val="13000"/>
                        </a:srgbClr>
                      </a:gs>
                    </a:gsLst>
                    <a:lin ang="0" scaled="1"/>
                    <a:tileRect/>
                  </a:gradFill>
                  <a:ln w="25400" cap="flat" cmpd="sng" algn="ctr">
                    <a:noFill/>
                    <a:prstDash val="solid"/>
                  </a:ln>
                  <a:effectLst/>
                </p:spPr>
                <p:txBody>
                  <a:bodyPr vert="vert270" wrap="square" lIns="36000" rtlCol="0" anchor="t">
                    <a:noAutofit/>
                  </a:bodyPr>
                  <a:lstStyle/>
                  <a:p>
                    <a:pPr algn="ctr"/>
                    <a:r>
                      <a:rPr lang="en-US" sz="1300" b="1" kern="0" dirty="0">
                        <a:solidFill>
                          <a:prstClr val="white"/>
                        </a:solidFill>
                        <a:latin typeface="Calibri"/>
                      </a:rPr>
                      <a:t>HTTP API</a:t>
                    </a:r>
                  </a:p>
                </p:txBody>
              </p:sp>
              <p:grpSp>
                <p:nvGrpSpPr>
                  <p:cNvPr id="657" name="Box Dock">
                    <a:extLst>
                      <a:ext uri="{FF2B5EF4-FFF2-40B4-BE49-F238E27FC236}">
                        <a16:creationId xmlns:a16="http://schemas.microsoft.com/office/drawing/2014/main" id="{78BAC3BC-F44E-3AB7-BC03-3134AAB273A5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328248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658" name="PL Dock BB">
                      <a:extLst>
                        <a:ext uri="{FF2B5EF4-FFF2-40B4-BE49-F238E27FC236}">
                          <a16:creationId xmlns:a16="http://schemas.microsoft.com/office/drawing/2014/main" id="{07C460F3-2D1C-38C7-D682-BCFC054F22B1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659" name="PL Dock BM">
                      <a:extLst>
                        <a:ext uri="{FF2B5EF4-FFF2-40B4-BE49-F238E27FC236}">
                          <a16:creationId xmlns:a16="http://schemas.microsoft.com/office/drawing/2014/main" id="{33E3CB39-8474-D0F4-FF14-BAFE86DF142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660" name="PL Dock MM">
                      <a:extLst>
                        <a:ext uri="{FF2B5EF4-FFF2-40B4-BE49-F238E27FC236}">
                          <a16:creationId xmlns:a16="http://schemas.microsoft.com/office/drawing/2014/main" id="{C83630B3-E408-21B3-C884-86E18E0EEC92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661" name="PL Dock TM">
                      <a:extLst>
                        <a:ext uri="{FF2B5EF4-FFF2-40B4-BE49-F238E27FC236}">
                          <a16:creationId xmlns:a16="http://schemas.microsoft.com/office/drawing/2014/main" id="{BB503D9D-E77F-C47D-AC44-AE32D2A9838B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662" name="PL Dock TT">
                      <a:extLst>
                        <a:ext uri="{FF2B5EF4-FFF2-40B4-BE49-F238E27FC236}">
                          <a16:creationId xmlns:a16="http://schemas.microsoft.com/office/drawing/2014/main" id="{6DF69B23-D50E-FBC3-D1E4-751BF029907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653" name="BLL">
                  <a:extLst>
                    <a:ext uri="{FF2B5EF4-FFF2-40B4-BE49-F238E27FC236}">
                      <a16:creationId xmlns:a16="http://schemas.microsoft.com/office/drawing/2014/main" id="{4CCF607F-66C4-CE92-E2C5-64C70C5C039E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8590275" y="1632089"/>
                  <a:ext cx="977716" cy="624878"/>
                  <a:chOff x="8590275" y="1632089"/>
                  <a:chExt cx="977716" cy="624878"/>
                </a:xfrm>
              </p:grpSpPr>
              <p:sp>
                <p:nvSpPr>
                  <p:cNvPr id="654" name="BLL BG White">
                    <a:extLst>
                      <a:ext uri="{FF2B5EF4-FFF2-40B4-BE49-F238E27FC236}">
                        <a16:creationId xmlns:a16="http://schemas.microsoft.com/office/drawing/2014/main" id="{047D7D91-D774-805D-58D7-19E5F4F85544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590275" y="1632089"/>
                    <a:ext cx="977716" cy="624878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55" name="BLL BG White">
                    <a:extLst>
                      <a:ext uri="{FF2B5EF4-FFF2-40B4-BE49-F238E27FC236}">
                        <a16:creationId xmlns:a16="http://schemas.microsoft.com/office/drawing/2014/main" id="{F638B9E6-368B-1401-76A9-C14603C27295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616672" y="1654783"/>
                    <a:ext cx="924923" cy="579490"/>
                  </a:xfrm>
                  <a:prstGeom prst="roundRect">
                    <a:avLst/>
                  </a:prstGeom>
                  <a:noFill/>
                  <a:ln>
                    <a:solidFill>
                      <a:srgbClr val="FF9C4B"/>
                    </a:solidFill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</p:grpSp>
          </p:grpSp>
          <p:sp>
            <p:nvSpPr>
              <p:cNvPr id="649" name="Textfeld 648">
                <a:extLst>
                  <a:ext uri="{FF2B5EF4-FFF2-40B4-BE49-F238E27FC236}">
                    <a16:creationId xmlns:a16="http://schemas.microsoft.com/office/drawing/2014/main" id="{10D4E97D-C744-B246-CCCA-79F55C3DE8EA}"/>
                  </a:ext>
                </a:extLst>
              </p:cNvPr>
              <p:cNvSpPr txBox="1"/>
              <p:nvPr/>
            </p:nvSpPr>
            <p:spPr>
              <a:xfrm>
                <a:off x="5847288" y="2287032"/>
                <a:ext cx="1905291" cy="258532"/>
              </a:xfrm>
              <a:prstGeom prst="rect">
                <a:avLst/>
              </a:prstGeom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ctr">
                  <a:lnSpc>
                    <a:spcPct val="90000"/>
                  </a:lnSpc>
                  <a:defRPr sz="1200" kern="0"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Calibri" pitchFamily="34" charset="0"/>
                    <a:cs typeface="Calibri" pitchFamily="34" charset="0"/>
                  </a:defRPr>
                </a:lvl1pPr>
              </a:lstStyle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t>Media Service</a:t>
                </a:r>
              </a:p>
            </p:txBody>
          </p:sp>
        </p:grpSp>
        <p:pic>
          <p:nvPicPr>
            <p:cNvPr id="647" name="Grafik 646">
              <a:extLst>
                <a:ext uri="{FF2B5EF4-FFF2-40B4-BE49-F238E27FC236}">
                  <a16:creationId xmlns:a16="http://schemas.microsoft.com/office/drawing/2014/main" id="{5C481EA7-B65B-D670-A6BE-9E83D616017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68593" y="1621122"/>
              <a:ext cx="457576" cy="455738"/>
            </a:xfrm>
            <a:prstGeom prst="rect">
              <a:avLst/>
            </a:prstGeom>
          </p:spPr>
        </p:pic>
      </p:grpSp>
      <p:grpSp>
        <p:nvGrpSpPr>
          <p:cNvPr id="10645" name="Gruppieren 644">
            <a:extLst>
              <a:ext uri="{FF2B5EF4-FFF2-40B4-BE49-F238E27FC236}">
                <a16:creationId xmlns:a16="http://schemas.microsoft.com/office/drawing/2014/main" id="{C389831C-5451-2D4E-C6A2-2115873C3660}"/>
              </a:ext>
            </a:extLst>
          </p:cNvPr>
          <p:cNvGrpSpPr/>
          <p:nvPr/>
        </p:nvGrpSpPr>
        <p:grpSpPr>
          <a:xfrm>
            <a:off x="3959352" y="3703320"/>
            <a:ext cx="1905291" cy="1117576"/>
            <a:chOff x="5847288" y="1427988"/>
            <a:chExt cx="1905291" cy="1117576"/>
          </a:xfrm>
        </p:grpSpPr>
        <p:grpSp>
          <p:nvGrpSpPr>
            <p:cNvPr id="10646" name="Gruppieren 645">
              <a:extLst>
                <a:ext uri="{FF2B5EF4-FFF2-40B4-BE49-F238E27FC236}">
                  <a16:creationId xmlns:a16="http://schemas.microsoft.com/office/drawing/2014/main" id="{3B2EECB2-5F7E-FCD7-AF51-E6FCCEABE60C}"/>
                </a:ext>
              </a:extLst>
            </p:cNvPr>
            <p:cNvGrpSpPr/>
            <p:nvPr/>
          </p:nvGrpSpPr>
          <p:grpSpPr>
            <a:xfrm>
              <a:off x="5847288" y="1427988"/>
              <a:ext cx="1905291" cy="1117576"/>
              <a:chOff x="5847288" y="1427988"/>
              <a:chExt cx="1905291" cy="1117576"/>
            </a:xfrm>
          </p:grpSpPr>
          <p:grpSp>
            <p:nvGrpSpPr>
              <p:cNvPr id="10648" name="Gruppieren 647">
                <a:extLst>
                  <a:ext uri="{FF2B5EF4-FFF2-40B4-BE49-F238E27FC236}">
                    <a16:creationId xmlns:a16="http://schemas.microsoft.com/office/drawing/2014/main" id="{C7D4BCCB-B714-6A09-E94A-1F140CB9D5D9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6049526" y="1427988"/>
                <a:ext cx="1342618" cy="842006"/>
                <a:chOff x="8328248" y="1523525"/>
                <a:chExt cx="1342618" cy="842006"/>
              </a:xfrm>
              <a:effectLst/>
            </p:grpSpPr>
            <p:grpSp>
              <p:nvGrpSpPr>
                <p:cNvPr id="10650" name="Gruppieren 649">
                  <a:extLst>
                    <a:ext uri="{FF2B5EF4-FFF2-40B4-BE49-F238E27FC236}">
                      <a16:creationId xmlns:a16="http://schemas.microsoft.com/office/drawing/2014/main" id="{3AB21E72-841A-8806-4744-06D43A72EDD7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487615" y="1523525"/>
                  <a:ext cx="1183251" cy="842006"/>
                  <a:chOff x="8487615" y="1523525"/>
                  <a:chExt cx="1183251" cy="842006"/>
                </a:xfrm>
              </p:grpSpPr>
              <p:sp>
                <p:nvSpPr>
                  <p:cNvPr id="10310" name="Box BG Black">
                    <a:extLst>
                      <a:ext uri="{FF2B5EF4-FFF2-40B4-BE49-F238E27FC236}">
                        <a16:creationId xmlns:a16="http://schemas.microsoft.com/office/drawing/2014/main" id="{930E7021-BA7E-7C46-CB68-DECD8C657D1F}"/>
                      </a:ext>
                    </a:extLst>
                  </p:cNvPr>
                  <p:cNvSpPr/>
                  <p:nvPr/>
                </p:nvSpPr>
                <p:spPr>
                  <a:xfrm>
                    <a:off x="8487615" y="1523525"/>
                    <a:ext cx="1183036" cy="842006"/>
                  </a:xfrm>
                  <a:prstGeom prst="roundRect">
                    <a:avLst/>
                  </a:prstGeom>
                  <a:solidFill>
                    <a:schemeClr val="tx1">
                      <a:lumMod val="75000"/>
                      <a:lumOff val="25000"/>
                    </a:schemeClr>
                  </a:solidFill>
                  <a:ln>
                    <a:noFill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10311" name="Box Dock">
                    <a:extLst>
                      <a:ext uri="{FF2B5EF4-FFF2-40B4-BE49-F238E27FC236}">
                        <a16:creationId xmlns:a16="http://schemas.microsoft.com/office/drawing/2014/main" id="{CFAF421A-24A1-5707-DAE8-0A101E00F063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85412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10318" name="Box Dock BB">
                      <a:extLst>
                        <a:ext uri="{FF2B5EF4-FFF2-40B4-BE49-F238E27FC236}">
                          <a16:creationId xmlns:a16="http://schemas.microsoft.com/office/drawing/2014/main" id="{B92CDA27-AFE8-3BDD-019B-1BA7B3F2088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0319" name="Box Dock TT">
                      <a:extLst>
                        <a:ext uri="{FF2B5EF4-FFF2-40B4-BE49-F238E27FC236}">
                          <a16:creationId xmlns:a16="http://schemas.microsoft.com/office/drawing/2014/main" id="{830FCE86-FA40-6AC0-3F3A-A272DA033602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0754" name="Box Dock TM">
                      <a:extLst>
                        <a:ext uri="{FF2B5EF4-FFF2-40B4-BE49-F238E27FC236}">
                          <a16:creationId xmlns:a16="http://schemas.microsoft.com/office/drawing/2014/main" id="{A2F9DD10-0FD1-D2A5-2CDB-36C39505584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0756" name="Box Dock BM">
                      <a:extLst>
                        <a:ext uri="{FF2B5EF4-FFF2-40B4-BE49-F238E27FC236}">
                          <a16:creationId xmlns:a16="http://schemas.microsoft.com/office/drawing/2014/main" id="{7587C779-8A51-3BB8-5099-FB41BD4E7EBF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0759" name="Box Dock TM">
                      <a:extLst>
                        <a:ext uri="{FF2B5EF4-FFF2-40B4-BE49-F238E27FC236}">
                          <a16:creationId xmlns:a16="http://schemas.microsoft.com/office/drawing/2014/main" id="{33750A90-C470-B586-A00A-18D6E4DD3E8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  <p:grpSp>
                <p:nvGrpSpPr>
                  <p:cNvPr id="10312" name="Box Dock">
                    <a:extLst>
                      <a:ext uri="{FF2B5EF4-FFF2-40B4-BE49-F238E27FC236}">
                        <a16:creationId xmlns:a16="http://schemas.microsoft.com/office/drawing/2014/main" id="{7931935A-8961-90CF-D12B-0CE347859C7A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487615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10313" name="Box Dock BB">
                      <a:extLst>
                        <a:ext uri="{FF2B5EF4-FFF2-40B4-BE49-F238E27FC236}">
                          <a16:creationId xmlns:a16="http://schemas.microsoft.com/office/drawing/2014/main" id="{0D4535DB-1FF3-5CE6-A3E3-28698EA03B3B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0314" name="Box Dock TT">
                      <a:extLst>
                        <a:ext uri="{FF2B5EF4-FFF2-40B4-BE49-F238E27FC236}">
                          <a16:creationId xmlns:a16="http://schemas.microsoft.com/office/drawing/2014/main" id="{486B8EDD-0935-7C7C-63EC-FE4CF66FEE4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0315" name="Box Dock TM">
                      <a:extLst>
                        <a:ext uri="{FF2B5EF4-FFF2-40B4-BE49-F238E27FC236}">
                          <a16:creationId xmlns:a16="http://schemas.microsoft.com/office/drawing/2014/main" id="{6ABD15D1-85C1-93F2-2C24-06CD62D8779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0316" name="Box Dock BM">
                      <a:extLst>
                        <a:ext uri="{FF2B5EF4-FFF2-40B4-BE49-F238E27FC236}">
                          <a16:creationId xmlns:a16="http://schemas.microsoft.com/office/drawing/2014/main" id="{55891108-9514-EE72-998F-BAA9F67E496A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0317" name="Box Dock TM">
                      <a:extLst>
                        <a:ext uri="{FF2B5EF4-FFF2-40B4-BE49-F238E27FC236}">
                          <a16:creationId xmlns:a16="http://schemas.microsoft.com/office/drawing/2014/main" id="{85A66A23-1D30-FCA4-7BF9-B1536EE3C765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10651" name="Box Dock">
                  <a:extLst>
                    <a:ext uri="{FF2B5EF4-FFF2-40B4-BE49-F238E27FC236}">
                      <a16:creationId xmlns:a16="http://schemas.microsoft.com/office/drawing/2014/main" id="{DDAC3E52-EC40-D652-4190-7DC2B5909711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9543391" y="1686102"/>
                  <a:ext cx="85454" cy="516852"/>
                  <a:chOff x="6734408" y="1594976"/>
                  <a:chExt cx="85454" cy="625391"/>
                </a:xfrm>
                <a:solidFill>
                  <a:srgbClr val="D99694">
                    <a:alpha val="0"/>
                  </a:srgbClr>
                </a:solidFill>
              </p:grpSpPr>
              <p:sp>
                <p:nvSpPr>
                  <p:cNvPr id="10663" name="DAL Dock BB">
                    <a:extLst>
                      <a:ext uri="{FF2B5EF4-FFF2-40B4-BE49-F238E27FC236}">
                        <a16:creationId xmlns:a16="http://schemas.microsoft.com/office/drawing/2014/main" id="{D4F7D1E0-C28C-1F5E-F9EA-63400A589B1E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2126368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0664" name="DAL Dock BM">
                    <a:extLst>
                      <a:ext uri="{FF2B5EF4-FFF2-40B4-BE49-F238E27FC236}">
                        <a16:creationId xmlns:a16="http://schemas.microsoft.com/office/drawing/2014/main" id="{C21AB2DD-5D92-BFB1-D45F-6BA2B0A98CA8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993521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0665" name="DAL Dock MM">
                    <a:extLst>
                      <a:ext uri="{FF2B5EF4-FFF2-40B4-BE49-F238E27FC236}">
                        <a16:creationId xmlns:a16="http://schemas.microsoft.com/office/drawing/2014/main" id="{5BECBC6D-1EAC-9B48-B46E-44AA1B0950BC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860673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0308" name="DAL Dock TM">
                    <a:extLst>
                      <a:ext uri="{FF2B5EF4-FFF2-40B4-BE49-F238E27FC236}">
                        <a16:creationId xmlns:a16="http://schemas.microsoft.com/office/drawing/2014/main" id="{DC6F9630-3B7C-9E7A-7C65-2C35EF22FABC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727824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0309" name="DAL Dock TT">
                    <a:extLst>
                      <a:ext uri="{FF2B5EF4-FFF2-40B4-BE49-F238E27FC236}">
                        <a16:creationId xmlns:a16="http://schemas.microsoft.com/office/drawing/2014/main" id="{CED496C8-BD27-1915-F51A-1998BF1B8EA6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594976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10652" name="Gruppieren 651">
                  <a:extLst>
                    <a:ext uri="{FF2B5EF4-FFF2-40B4-BE49-F238E27FC236}">
                      <a16:creationId xmlns:a16="http://schemas.microsoft.com/office/drawing/2014/main" id="{FE2E8A11-A316-27F5-7AA3-449CACD5C0D6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328248" y="1569340"/>
                  <a:ext cx="486693" cy="750377"/>
                  <a:chOff x="8328248" y="1569340"/>
                  <a:chExt cx="486693" cy="750377"/>
                </a:xfrm>
              </p:grpSpPr>
              <p:sp>
                <p:nvSpPr>
                  <p:cNvPr id="10656" name="PL BG Blue">
                    <a:extLst>
                      <a:ext uri="{FF2B5EF4-FFF2-40B4-BE49-F238E27FC236}">
                        <a16:creationId xmlns:a16="http://schemas.microsoft.com/office/drawing/2014/main" id="{0443535B-F589-D688-C9E7-BAE159A12DEC}"/>
                      </a:ext>
                    </a:extLst>
                  </p:cNvPr>
                  <p:cNvSpPr/>
                  <p:nvPr/>
                </p:nvSpPr>
                <p:spPr>
                  <a:xfrm flipH="1">
                    <a:off x="8528991" y="1569340"/>
                    <a:ext cx="285950" cy="750377"/>
                  </a:xfrm>
                  <a:prstGeom prst="roundRect">
                    <a:avLst>
                      <a:gd name="adj" fmla="val 50000"/>
                    </a:avLst>
                  </a:prstGeom>
                  <a:gradFill flip="none" rotWithShape="1">
                    <a:gsLst>
                      <a:gs pos="0">
                        <a:srgbClr val="00B050">
                          <a:lumMod val="86000"/>
                        </a:srgbClr>
                      </a:gs>
                      <a:gs pos="100000">
                        <a:srgbClr val="00B050">
                          <a:lumMod val="87000"/>
                          <a:lumOff val="13000"/>
                        </a:srgbClr>
                      </a:gs>
                    </a:gsLst>
                    <a:lin ang="0" scaled="1"/>
                    <a:tileRect/>
                  </a:gradFill>
                  <a:ln w="25400" cap="flat" cmpd="sng" algn="ctr">
                    <a:noFill/>
                    <a:prstDash val="solid"/>
                  </a:ln>
                  <a:effectLst/>
                </p:spPr>
                <p:txBody>
                  <a:bodyPr vert="vert270" wrap="square" lIns="36000" rtlCol="0" anchor="t">
                    <a:noAutofit/>
                  </a:bodyPr>
                  <a:lstStyle/>
                  <a:p>
                    <a:pPr algn="ctr"/>
                    <a:r>
                      <a:rPr lang="en-US" sz="1300" b="1" kern="0" dirty="0">
                        <a:solidFill>
                          <a:prstClr val="white"/>
                        </a:solidFill>
                        <a:latin typeface="Calibri"/>
                      </a:rPr>
                      <a:t>HTTP API</a:t>
                    </a:r>
                  </a:p>
                </p:txBody>
              </p:sp>
              <p:grpSp>
                <p:nvGrpSpPr>
                  <p:cNvPr id="10657" name="Box Dock">
                    <a:extLst>
                      <a:ext uri="{FF2B5EF4-FFF2-40B4-BE49-F238E27FC236}">
                        <a16:creationId xmlns:a16="http://schemas.microsoft.com/office/drawing/2014/main" id="{78BAC3BC-F44E-3AB7-BC03-3134AAB273A5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328248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10658" name="PL Dock BB">
                      <a:extLst>
                        <a:ext uri="{FF2B5EF4-FFF2-40B4-BE49-F238E27FC236}">
                          <a16:creationId xmlns:a16="http://schemas.microsoft.com/office/drawing/2014/main" id="{07C460F3-2D1C-38C7-D682-BCFC054F22B1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0659" name="PL Dock BM">
                      <a:extLst>
                        <a:ext uri="{FF2B5EF4-FFF2-40B4-BE49-F238E27FC236}">
                          <a16:creationId xmlns:a16="http://schemas.microsoft.com/office/drawing/2014/main" id="{33E3CB39-8474-D0F4-FF14-BAFE86DF142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0660" name="PL Dock MM">
                      <a:extLst>
                        <a:ext uri="{FF2B5EF4-FFF2-40B4-BE49-F238E27FC236}">
                          <a16:creationId xmlns:a16="http://schemas.microsoft.com/office/drawing/2014/main" id="{C83630B3-E408-21B3-C884-86E18E0EEC92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0661" name="PL Dock TM">
                      <a:extLst>
                        <a:ext uri="{FF2B5EF4-FFF2-40B4-BE49-F238E27FC236}">
                          <a16:creationId xmlns:a16="http://schemas.microsoft.com/office/drawing/2014/main" id="{BB503D9D-E77F-C47D-AC44-AE32D2A9838B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0662" name="PL Dock TT">
                      <a:extLst>
                        <a:ext uri="{FF2B5EF4-FFF2-40B4-BE49-F238E27FC236}">
                          <a16:creationId xmlns:a16="http://schemas.microsoft.com/office/drawing/2014/main" id="{6DF69B23-D50E-FBC3-D1E4-751BF029907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10653" name="BLL">
                  <a:extLst>
                    <a:ext uri="{FF2B5EF4-FFF2-40B4-BE49-F238E27FC236}">
                      <a16:creationId xmlns:a16="http://schemas.microsoft.com/office/drawing/2014/main" id="{4CCF607F-66C4-CE92-E2C5-64C70C5C039E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8590275" y="1632089"/>
                  <a:ext cx="977716" cy="624878"/>
                  <a:chOff x="8590275" y="1632089"/>
                  <a:chExt cx="977716" cy="624878"/>
                </a:xfrm>
              </p:grpSpPr>
              <p:sp>
                <p:nvSpPr>
                  <p:cNvPr id="10654" name="BLL BG White">
                    <a:extLst>
                      <a:ext uri="{FF2B5EF4-FFF2-40B4-BE49-F238E27FC236}">
                        <a16:creationId xmlns:a16="http://schemas.microsoft.com/office/drawing/2014/main" id="{047D7D91-D774-805D-58D7-19E5F4F85544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590275" y="1632089"/>
                    <a:ext cx="977716" cy="624878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0655" name="BLL BG White">
                    <a:extLst>
                      <a:ext uri="{FF2B5EF4-FFF2-40B4-BE49-F238E27FC236}">
                        <a16:creationId xmlns:a16="http://schemas.microsoft.com/office/drawing/2014/main" id="{F638B9E6-368B-1401-76A9-C14603C27295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616672" y="1654783"/>
                    <a:ext cx="924923" cy="579490"/>
                  </a:xfrm>
                  <a:prstGeom prst="roundRect">
                    <a:avLst/>
                  </a:prstGeom>
                  <a:noFill/>
                  <a:ln>
                    <a:solidFill>
                      <a:srgbClr val="FF9C4B"/>
                    </a:solidFill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</p:grpSp>
          </p:grpSp>
          <p:sp>
            <p:nvSpPr>
              <p:cNvPr id="10649" name="Textfeld 648">
                <a:extLst>
                  <a:ext uri="{FF2B5EF4-FFF2-40B4-BE49-F238E27FC236}">
                    <a16:creationId xmlns:a16="http://schemas.microsoft.com/office/drawing/2014/main" id="{10D4E97D-C744-B246-CCCA-79F55C3DE8EA}"/>
                  </a:ext>
                </a:extLst>
              </p:cNvPr>
              <p:cNvSpPr txBox="1"/>
              <p:nvPr/>
            </p:nvSpPr>
            <p:spPr>
              <a:xfrm>
                <a:off x="5847288" y="2287032"/>
                <a:ext cx="1905291" cy="258532"/>
              </a:xfrm>
              <a:prstGeom prst="rect">
                <a:avLst/>
              </a:prstGeom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ctr">
                  <a:lnSpc>
                    <a:spcPct val="90000"/>
                  </a:lnSpc>
                  <a:defRPr sz="1200" kern="0"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Calibri" pitchFamily="34" charset="0"/>
                    <a:cs typeface="Calibri" pitchFamily="34" charset="0"/>
                  </a:defRPr>
                </a:lvl1pPr>
              </a:lstStyle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t>Route Service</a:t>
                </a:r>
              </a:p>
            </p:txBody>
          </p:sp>
        </p:grpSp>
        <p:pic>
          <p:nvPicPr>
            <p:cNvPr id="10647" name="Grafik 646">
              <a:extLst>
                <a:ext uri="{FF2B5EF4-FFF2-40B4-BE49-F238E27FC236}">
                  <a16:creationId xmlns:a16="http://schemas.microsoft.com/office/drawing/2014/main" id="{5C481EA7-B65B-D670-A6BE-9E83D616017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68593" y="1621122"/>
              <a:ext cx="457576" cy="455738"/>
            </a:xfrm>
            <a:prstGeom prst="rect">
              <a:avLst/>
            </a:prstGeom>
          </p:spPr>
        </p:pic>
      </p:grpSp>
      <p:grpSp>
        <p:nvGrpSpPr>
          <p:cNvPr id="20645" name="Gruppieren 644">
            <a:extLst>
              <a:ext uri="{FF2B5EF4-FFF2-40B4-BE49-F238E27FC236}">
                <a16:creationId xmlns:a16="http://schemas.microsoft.com/office/drawing/2014/main" id="{C389831C-5451-2D4E-C6A2-2115873C3660}"/>
              </a:ext>
            </a:extLst>
          </p:cNvPr>
          <p:cNvGrpSpPr/>
          <p:nvPr/>
        </p:nvGrpSpPr>
        <p:grpSpPr>
          <a:xfrm>
            <a:off x="5897880" y="3703320"/>
            <a:ext cx="1905291" cy="1117576"/>
            <a:chOff x="5847288" y="1427988"/>
            <a:chExt cx="1905291" cy="1117576"/>
          </a:xfrm>
        </p:grpSpPr>
        <p:grpSp>
          <p:nvGrpSpPr>
            <p:cNvPr id="20646" name="Gruppieren 645">
              <a:extLst>
                <a:ext uri="{FF2B5EF4-FFF2-40B4-BE49-F238E27FC236}">
                  <a16:creationId xmlns:a16="http://schemas.microsoft.com/office/drawing/2014/main" id="{3B2EECB2-5F7E-FCD7-AF51-E6FCCEABE60C}"/>
                </a:ext>
              </a:extLst>
            </p:cNvPr>
            <p:cNvGrpSpPr/>
            <p:nvPr/>
          </p:nvGrpSpPr>
          <p:grpSpPr>
            <a:xfrm>
              <a:off x="5847288" y="1427988"/>
              <a:ext cx="1905291" cy="1117576"/>
              <a:chOff x="5847288" y="1427988"/>
              <a:chExt cx="1905291" cy="1117576"/>
            </a:xfrm>
          </p:grpSpPr>
          <p:grpSp>
            <p:nvGrpSpPr>
              <p:cNvPr id="20648" name="Gruppieren 647">
                <a:extLst>
                  <a:ext uri="{FF2B5EF4-FFF2-40B4-BE49-F238E27FC236}">
                    <a16:creationId xmlns:a16="http://schemas.microsoft.com/office/drawing/2014/main" id="{C7D4BCCB-B714-6A09-E94A-1F140CB9D5D9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6049526" y="1427988"/>
                <a:ext cx="1342618" cy="842006"/>
                <a:chOff x="8328248" y="1523525"/>
                <a:chExt cx="1342618" cy="842006"/>
              </a:xfrm>
              <a:effectLst/>
            </p:grpSpPr>
            <p:grpSp>
              <p:nvGrpSpPr>
                <p:cNvPr id="20650" name="Gruppieren 649">
                  <a:extLst>
                    <a:ext uri="{FF2B5EF4-FFF2-40B4-BE49-F238E27FC236}">
                      <a16:creationId xmlns:a16="http://schemas.microsoft.com/office/drawing/2014/main" id="{3AB21E72-841A-8806-4744-06D43A72EDD7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487615" y="1523525"/>
                  <a:ext cx="1183251" cy="842006"/>
                  <a:chOff x="8487615" y="1523525"/>
                  <a:chExt cx="1183251" cy="842006"/>
                </a:xfrm>
              </p:grpSpPr>
              <p:sp>
                <p:nvSpPr>
                  <p:cNvPr id="20310" name="Box BG Black">
                    <a:extLst>
                      <a:ext uri="{FF2B5EF4-FFF2-40B4-BE49-F238E27FC236}">
                        <a16:creationId xmlns:a16="http://schemas.microsoft.com/office/drawing/2014/main" id="{930E7021-BA7E-7C46-CB68-DECD8C657D1F}"/>
                      </a:ext>
                    </a:extLst>
                  </p:cNvPr>
                  <p:cNvSpPr/>
                  <p:nvPr/>
                </p:nvSpPr>
                <p:spPr>
                  <a:xfrm>
                    <a:off x="8487615" y="1523525"/>
                    <a:ext cx="1183036" cy="842006"/>
                  </a:xfrm>
                  <a:prstGeom prst="roundRect">
                    <a:avLst/>
                  </a:prstGeom>
                  <a:solidFill>
                    <a:schemeClr val="tx1">
                      <a:lumMod val="75000"/>
                      <a:lumOff val="25000"/>
                    </a:schemeClr>
                  </a:solidFill>
                  <a:ln>
                    <a:noFill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20311" name="Box Dock">
                    <a:extLst>
                      <a:ext uri="{FF2B5EF4-FFF2-40B4-BE49-F238E27FC236}">
                        <a16:creationId xmlns:a16="http://schemas.microsoft.com/office/drawing/2014/main" id="{CFAF421A-24A1-5707-DAE8-0A101E00F063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85412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20318" name="Box Dock BB">
                      <a:extLst>
                        <a:ext uri="{FF2B5EF4-FFF2-40B4-BE49-F238E27FC236}">
                          <a16:creationId xmlns:a16="http://schemas.microsoft.com/office/drawing/2014/main" id="{B92CDA27-AFE8-3BDD-019B-1BA7B3F2088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0319" name="Box Dock TT">
                      <a:extLst>
                        <a:ext uri="{FF2B5EF4-FFF2-40B4-BE49-F238E27FC236}">
                          <a16:creationId xmlns:a16="http://schemas.microsoft.com/office/drawing/2014/main" id="{830FCE86-FA40-6AC0-3F3A-A272DA033602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0754" name="Box Dock TM">
                      <a:extLst>
                        <a:ext uri="{FF2B5EF4-FFF2-40B4-BE49-F238E27FC236}">
                          <a16:creationId xmlns:a16="http://schemas.microsoft.com/office/drawing/2014/main" id="{A2F9DD10-0FD1-D2A5-2CDB-36C39505584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0756" name="Box Dock BM">
                      <a:extLst>
                        <a:ext uri="{FF2B5EF4-FFF2-40B4-BE49-F238E27FC236}">
                          <a16:creationId xmlns:a16="http://schemas.microsoft.com/office/drawing/2014/main" id="{7587C779-8A51-3BB8-5099-FB41BD4E7EBF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0759" name="Box Dock TM">
                      <a:extLst>
                        <a:ext uri="{FF2B5EF4-FFF2-40B4-BE49-F238E27FC236}">
                          <a16:creationId xmlns:a16="http://schemas.microsoft.com/office/drawing/2014/main" id="{33750A90-C470-B586-A00A-18D6E4DD3E8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  <p:grpSp>
                <p:nvGrpSpPr>
                  <p:cNvPr id="20312" name="Box Dock">
                    <a:extLst>
                      <a:ext uri="{FF2B5EF4-FFF2-40B4-BE49-F238E27FC236}">
                        <a16:creationId xmlns:a16="http://schemas.microsoft.com/office/drawing/2014/main" id="{7931935A-8961-90CF-D12B-0CE347859C7A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487615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20313" name="Box Dock BB">
                      <a:extLst>
                        <a:ext uri="{FF2B5EF4-FFF2-40B4-BE49-F238E27FC236}">
                          <a16:creationId xmlns:a16="http://schemas.microsoft.com/office/drawing/2014/main" id="{0D4535DB-1FF3-5CE6-A3E3-28698EA03B3B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0314" name="Box Dock TT">
                      <a:extLst>
                        <a:ext uri="{FF2B5EF4-FFF2-40B4-BE49-F238E27FC236}">
                          <a16:creationId xmlns:a16="http://schemas.microsoft.com/office/drawing/2014/main" id="{486B8EDD-0935-7C7C-63EC-FE4CF66FEE4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0315" name="Box Dock TM">
                      <a:extLst>
                        <a:ext uri="{FF2B5EF4-FFF2-40B4-BE49-F238E27FC236}">
                          <a16:creationId xmlns:a16="http://schemas.microsoft.com/office/drawing/2014/main" id="{6ABD15D1-85C1-93F2-2C24-06CD62D8779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0316" name="Box Dock BM">
                      <a:extLst>
                        <a:ext uri="{FF2B5EF4-FFF2-40B4-BE49-F238E27FC236}">
                          <a16:creationId xmlns:a16="http://schemas.microsoft.com/office/drawing/2014/main" id="{55891108-9514-EE72-998F-BAA9F67E496A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0317" name="Box Dock TM">
                      <a:extLst>
                        <a:ext uri="{FF2B5EF4-FFF2-40B4-BE49-F238E27FC236}">
                          <a16:creationId xmlns:a16="http://schemas.microsoft.com/office/drawing/2014/main" id="{85A66A23-1D30-FCA4-7BF9-B1536EE3C765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20651" name="Box Dock">
                  <a:extLst>
                    <a:ext uri="{FF2B5EF4-FFF2-40B4-BE49-F238E27FC236}">
                      <a16:creationId xmlns:a16="http://schemas.microsoft.com/office/drawing/2014/main" id="{DDAC3E52-EC40-D652-4190-7DC2B5909711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9543391" y="1686102"/>
                  <a:ext cx="85454" cy="516852"/>
                  <a:chOff x="6734408" y="1594976"/>
                  <a:chExt cx="85454" cy="625391"/>
                </a:xfrm>
                <a:solidFill>
                  <a:srgbClr val="D99694">
                    <a:alpha val="0"/>
                  </a:srgbClr>
                </a:solidFill>
              </p:grpSpPr>
              <p:sp>
                <p:nvSpPr>
                  <p:cNvPr id="20663" name="DAL Dock BB">
                    <a:extLst>
                      <a:ext uri="{FF2B5EF4-FFF2-40B4-BE49-F238E27FC236}">
                        <a16:creationId xmlns:a16="http://schemas.microsoft.com/office/drawing/2014/main" id="{D4F7D1E0-C28C-1F5E-F9EA-63400A589B1E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2126368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0664" name="DAL Dock BM">
                    <a:extLst>
                      <a:ext uri="{FF2B5EF4-FFF2-40B4-BE49-F238E27FC236}">
                        <a16:creationId xmlns:a16="http://schemas.microsoft.com/office/drawing/2014/main" id="{C21AB2DD-5D92-BFB1-D45F-6BA2B0A98CA8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993521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0665" name="DAL Dock MM">
                    <a:extLst>
                      <a:ext uri="{FF2B5EF4-FFF2-40B4-BE49-F238E27FC236}">
                        <a16:creationId xmlns:a16="http://schemas.microsoft.com/office/drawing/2014/main" id="{5BECBC6D-1EAC-9B48-B46E-44AA1B0950BC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860673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0308" name="DAL Dock TM">
                    <a:extLst>
                      <a:ext uri="{FF2B5EF4-FFF2-40B4-BE49-F238E27FC236}">
                        <a16:creationId xmlns:a16="http://schemas.microsoft.com/office/drawing/2014/main" id="{DC6F9630-3B7C-9E7A-7C65-2C35EF22FABC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727824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0309" name="DAL Dock TT">
                    <a:extLst>
                      <a:ext uri="{FF2B5EF4-FFF2-40B4-BE49-F238E27FC236}">
                        <a16:creationId xmlns:a16="http://schemas.microsoft.com/office/drawing/2014/main" id="{CED496C8-BD27-1915-F51A-1998BF1B8EA6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594976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20652" name="Gruppieren 651">
                  <a:extLst>
                    <a:ext uri="{FF2B5EF4-FFF2-40B4-BE49-F238E27FC236}">
                      <a16:creationId xmlns:a16="http://schemas.microsoft.com/office/drawing/2014/main" id="{FE2E8A11-A316-27F5-7AA3-449CACD5C0D6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328248" y="1569340"/>
                  <a:ext cx="486693" cy="750377"/>
                  <a:chOff x="8328248" y="1569340"/>
                  <a:chExt cx="486693" cy="750377"/>
                </a:xfrm>
              </p:grpSpPr>
              <p:sp>
                <p:nvSpPr>
                  <p:cNvPr id="20656" name="PL BG Blue">
                    <a:extLst>
                      <a:ext uri="{FF2B5EF4-FFF2-40B4-BE49-F238E27FC236}">
                        <a16:creationId xmlns:a16="http://schemas.microsoft.com/office/drawing/2014/main" id="{0443535B-F589-D688-C9E7-BAE159A12DEC}"/>
                      </a:ext>
                    </a:extLst>
                  </p:cNvPr>
                  <p:cNvSpPr/>
                  <p:nvPr/>
                </p:nvSpPr>
                <p:spPr>
                  <a:xfrm flipH="1">
                    <a:off x="8528991" y="1569340"/>
                    <a:ext cx="285950" cy="750377"/>
                  </a:xfrm>
                  <a:prstGeom prst="roundRect">
                    <a:avLst>
                      <a:gd name="adj" fmla="val 50000"/>
                    </a:avLst>
                  </a:prstGeom>
                  <a:gradFill flip="none" rotWithShape="1">
                    <a:gsLst>
                      <a:gs pos="0">
                        <a:srgbClr val="00B050">
                          <a:lumMod val="86000"/>
                        </a:srgbClr>
                      </a:gs>
                      <a:gs pos="100000">
                        <a:srgbClr val="00B050">
                          <a:lumMod val="87000"/>
                          <a:lumOff val="13000"/>
                        </a:srgbClr>
                      </a:gs>
                    </a:gsLst>
                    <a:lin ang="0" scaled="1"/>
                    <a:tileRect/>
                  </a:gradFill>
                  <a:ln w="25400" cap="flat" cmpd="sng" algn="ctr">
                    <a:noFill/>
                    <a:prstDash val="solid"/>
                  </a:ln>
                  <a:effectLst/>
                </p:spPr>
                <p:txBody>
                  <a:bodyPr vert="vert270" wrap="square" lIns="36000" rtlCol="0" anchor="t">
                    <a:noAutofit/>
                  </a:bodyPr>
                  <a:lstStyle/>
                  <a:p>
                    <a:pPr algn="ctr"/>
                    <a:r>
                      <a:rPr lang="en-US" sz="1300" b="1" kern="0" dirty="0">
                        <a:solidFill>
                          <a:prstClr val="white"/>
                        </a:solidFill>
                        <a:latin typeface="Calibri"/>
                      </a:rPr>
                      <a:t>HTTP API</a:t>
                    </a:r>
                  </a:p>
                </p:txBody>
              </p:sp>
              <p:grpSp>
                <p:nvGrpSpPr>
                  <p:cNvPr id="20657" name="Box Dock">
                    <a:extLst>
                      <a:ext uri="{FF2B5EF4-FFF2-40B4-BE49-F238E27FC236}">
                        <a16:creationId xmlns:a16="http://schemas.microsoft.com/office/drawing/2014/main" id="{78BAC3BC-F44E-3AB7-BC03-3134AAB273A5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328248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20658" name="PL Dock BB">
                      <a:extLst>
                        <a:ext uri="{FF2B5EF4-FFF2-40B4-BE49-F238E27FC236}">
                          <a16:creationId xmlns:a16="http://schemas.microsoft.com/office/drawing/2014/main" id="{07C460F3-2D1C-38C7-D682-BCFC054F22B1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0659" name="PL Dock BM">
                      <a:extLst>
                        <a:ext uri="{FF2B5EF4-FFF2-40B4-BE49-F238E27FC236}">
                          <a16:creationId xmlns:a16="http://schemas.microsoft.com/office/drawing/2014/main" id="{33E3CB39-8474-D0F4-FF14-BAFE86DF142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0660" name="PL Dock MM">
                      <a:extLst>
                        <a:ext uri="{FF2B5EF4-FFF2-40B4-BE49-F238E27FC236}">
                          <a16:creationId xmlns:a16="http://schemas.microsoft.com/office/drawing/2014/main" id="{C83630B3-E408-21B3-C884-86E18E0EEC92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0661" name="PL Dock TM">
                      <a:extLst>
                        <a:ext uri="{FF2B5EF4-FFF2-40B4-BE49-F238E27FC236}">
                          <a16:creationId xmlns:a16="http://schemas.microsoft.com/office/drawing/2014/main" id="{BB503D9D-E77F-C47D-AC44-AE32D2A9838B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0662" name="PL Dock TT">
                      <a:extLst>
                        <a:ext uri="{FF2B5EF4-FFF2-40B4-BE49-F238E27FC236}">
                          <a16:creationId xmlns:a16="http://schemas.microsoft.com/office/drawing/2014/main" id="{6DF69B23-D50E-FBC3-D1E4-751BF029907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20653" name="BLL">
                  <a:extLst>
                    <a:ext uri="{FF2B5EF4-FFF2-40B4-BE49-F238E27FC236}">
                      <a16:creationId xmlns:a16="http://schemas.microsoft.com/office/drawing/2014/main" id="{4CCF607F-66C4-CE92-E2C5-64C70C5C039E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8590275" y="1632089"/>
                  <a:ext cx="977716" cy="624878"/>
                  <a:chOff x="8590275" y="1632089"/>
                  <a:chExt cx="977716" cy="624878"/>
                </a:xfrm>
              </p:grpSpPr>
              <p:sp>
                <p:nvSpPr>
                  <p:cNvPr id="20654" name="BLL BG White">
                    <a:extLst>
                      <a:ext uri="{FF2B5EF4-FFF2-40B4-BE49-F238E27FC236}">
                        <a16:creationId xmlns:a16="http://schemas.microsoft.com/office/drawing/2014/main" id="{047D7D91-D774-805D-58D7-19E5F4F85544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590275" y="1632089"/>
                    <a:ext cx="977716" cy="624878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0655" name="BLL BG White">
                    <a:extLst>
                      <a:ext uri="{FF2B5EF4-FFF2-40B4-BE49-F238E27FC236}">
                        <a16:creationId xmlns:a16="http://schemas.microsoft.com/office/drawing/2014/main" id="{F638B9E6-368B-1401-76A9-C14603C27295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616672" y="1654783"/>
                    <a:ext cx="924923" cy="579490"/>
                  </a:xfrm>
                  <a:prstGeom prst="roundRect">
                    <a:avLst/>
                  </a:prstGeom>
                  <a:noFill/>
                  <a:ln>
                    <a:solidFill>
                      <a:srgbClr val="FF9C4B"/>
                    </a:solidFill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</p:grpSp>
          </p:grpSp>
          <p:sp>
            <p:nvSpPr>
              <p:cNvPr id="20649" name="Textfeld 648">
                <a:extLst>
                  <a:ext uri="{FF2B5EF4-FFF2-40B4-BE49-F238E27FC236}">
                    <a16:creationId xmlns:a16="http://schemas.microsoft.com/office/drawing/2014/main" id="{10D4E97D-C744-B246-CCCA-79F55C3DE8EA}"/>
                  </a:ext>
                </a:extLst>
              </p:cNvPr>
              <p:cNvSpPr txBox="1"/>
              <p:nvPr/>
            </p:nvSpPr>
            <p:spPr>
              <a:xfrm>
                <a:off x="5847288" y="2287032"/>
                <a:ext cx="1905291" cy="258532"/>
              </a:xfrm>
              <a:prstGeom prst="rect">
                <a:avLst/>
              </a:prstGeom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ctr">
                  <a:lnSpc>
                    <a:spcPct val="90000"/>
                  </a:lnSpc>
                  <a:defRPr sz="1200" kern="0"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Calibri" pitchFamily="34" charset="0"/>
                    <a:cs typeface="Calibri" pitchFamily="34" charset="0"/>
                  </a:defRPr>
                </a:lvl1pPr>
              </a:lstStyle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t>AI Service</a:t>
                </a:r>
              </a:p>
            </p:txBody>
          </p:sp>
        </p:grpSp>
        <p:pic>
          <p:nvPicPr>
            <p:cNvPr id="20647" name="Grafik 646">
              <a:extLst>
                <a:ext uri="{FF2B5EF4-FFF2-40B4-BE49-F238E27FC236}">
                  <a16:creationId xmlns:a16="http://schemas.microsoft.com/office/drawing/2014/main" id="{5C481EA7-B65B-D670-A6BE-9E83D616017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68593" y="1621122"/>
              <a:ext cx="457576" cy="455738"/>
            </a:xfrm>
            <a:prstGeom prst="rect">
              <a:avLst/>
            </a:prstGeom>
          </p:spPr>
        </p:pic>
      </p:grpSp>
      <p:grpSp>
        <p:nvGrpSpPr>
          <p:cNvPr id="30645" name="Gruppieren 644">
            <a:extLst>
              <a:ext uri="{FF2B5EF4-FFF2-40B4-BE49-F238E27FC236}">
                <a16:creationId xmlns:a16="http://schemas.microsoft.com/office/drawing/2014/main" id="{C389831C-5451-2D4E-C6A2-2115873C3660}"/>
              </a:ext>
            </a:extLst>
          </p:cNvPr>
          <p:cNvGrpSpPr/>
          <p:nvPr/>
        </p:nvGrpSpPr>
        <p:grpSpPr>
          <a:xfrm>
            <a:off x="7836408" y="3703320"/>
            <a:ext cx="1905291" cy="1117576"/>
            <a:chOff x="5847288" y="1427988"/>
            <a:chExt cx="1905291" cy="1117576"/>
          </a:xfrm>
        </p:grpSpPr>
        <p:grpSp>
          <p:nvGrpSpPr>
            <p:cNvPr id="30646" name="Gruppieren 645">
              <a:extLst>
                <a:ext uri="{FF2B5EF4-FFF2-40B4-BE49-F238E27FC236}">
                  <a16:creationId xmlns:a16="http://schemas.microsoft.com/office/drawing/2014/main" id="{3B2EECB2-5F7E-FCD7-AF51-E6FCCEABE60C}"/>
                </a:ext>
              </a:extLst>
            </p:cNvPr>
            <p:cNvGrpSpPr/>
            <p:nvPr/>
          </p:nvGrpSpPr>
          <p:grpSpPr>
            <a:xfrm>
              <a:off x="5847288" y="1427988"/>
              <a:ext cx="1905291" cy="1117576"/>
              <a:chOff x="5847288" y="1427988"/>
              <a:chExt cx="1905291" cy="1117576"/>
            </a:xfrm>
          </p:grpSpPr>
          <p:grpSp>
            <p:nvGrpSpPr>
              <p:cNvPr id="30648" name="Gruppieren 647">
                <a:extLst>
                  <a:ext uri="{FF2B5EF4-FFF2-40B4-BE49-F238E27FC236}">
                    <a16:creationId xmlns:a16="http://schemas.microsoft.com/office/drawing/2014/main" id="{C7D4BCCB-B714-6A09-E94A-1F140CB9D5D9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6049526" y="1427988"/>
                <a:ext cx="1342618" cy="842006"/>
                <a:chOff x="8328248" y="1523525"/>
                <a:chExt cx="1342618" cy="842006"/>
              </a:xfrm>
              <a:effectLst/>
            </p:grpSpPr>
            <p:grpSp>
              <p:nvGrpSpPr>
                <p:cNvPr id="30650" name="Gruppieren 649">
                  <a:extLst>
                    <a:ext uri="{FF2B5EF4-FFF2-40B4-BE49-F238E27FC236}">
                      <a16:creationId xmlns:a16="http://schemas.microsoft.com/office/drawing/2014/main" id="{3AB21E72-841A-8806-4744-06D43A72EDD7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487615" y="1523525"/>
                  <a:ext cx="1183251" cy="842006"/>
                  <a:chOff x="8487615" y="1523525"/>
                  <a:chExt cx="1183251" cy="842006"/>
                </a:xfrm>
              </p:grpSpPr>
              <p:sp>
                <p:nvSpPr>
                  <p:cNvPr id="30310" name="Box BG Black">
                    <a:extLst>
                      <a:ext uri="{FF2B5EF4-FFF2-40B4-BE49-F238E27FC236}">
                        <a16:creationId xmlns:a16="http://schemas.microsoft.com/office/drawing/2014/main" id="{930E7021-BA7E-7C46-CB68-DECD8C657D1F}"/>
                      </a:ext>
                    </a:extLst>
                  </p:cNvPr>
                  <p:cNvSpPr/>
                  <p:nvPr/>
                </p:nvSpPr>
                <p:spPr>
                  <a:xfrm>
                    <a:off x="8487615" y="1523525"/>
                    <a:ext cx="1183036" cy="842006"/>
                  </a:xfrm>
                  <a:prstGeom prst="roundRect">
                    <a:avLst/>
                  </a:prstGeom>
                  <a:solidFill>
                    <a:schemeClr val="tx1">
                      <a:lumMod val="75000"/>
                      <a:lumOff val="25000"/>
                    </a:schemeClr>
                  </a:solidFill>
                  <a:ln>
                    <a:noFill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30311" name="Box Dock">
                    <a:extLst>
                      <a:ext uri="{FF2B5EF4-FFF2-40B4-BE49-F238E27FC236}">
                        <a16:creationId xmlns:a16="http://schemas.microsoft.com/office/drawing/2014/main" id="{CFAF421A-24A1-5707-DAE8-0A101E00F063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85412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30318" name="Box Dock BB">
                      <a:extLst>
                        <a:ext uri="{FF2B5EF4-FFF2-40B4-BE49-F238E27FC236}">
                          <a16:creationId xmlns:a16="http://schemas.microsoft.com/office/drawing/2014/main" id="{B92CDA27-AFE8-3BDD-019B-1BA7B3F2088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319" name="Box Dock TT">
                      <a:extLst>
                        <a:ext uri="{FF2B5EF4-FFF2-40B4-BE49-F238E27FC236}">
                          <a16:creationId xmlns:a16="http://schemas.microsoft.com/office/drawing/2014/main" id="{830FCE86-FA40-6AC0-3F3A-A272DA033602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754" name="Box Dock TM">
                      <a:extLst>
                        <a:ext uri="{FF2B5EF4-FFF2-40B4-BE49-F238E27FC236}">
                          <a16:creationId xmlns:a16="http://schemas.microsoft.com/office/drawing/2014/main" id="{A2F9DD10-0FD1-D2A5-2CDB-36C39505584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756" name="Box Dock BM">
                      <a:extLst>
                        <a:ext uri="{FF2B5EF4-FFF2-40B4-BE49-F238E27FC236}">
                          <a16:creationId xmlns:a16="http://schemas.microsoft.com/office/drawing/2014/main" id="{7587C779-8A51-3BB8-5099-FB41BD4E7EBF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759" name="Box Dock TM">
                      <a:extLst>
                        <a:ext uri="{FF2B5EF4-FFF2-40B4-BE49-F238E27FC236}">
                          <a16:creationId xmlns:a16="http://schemas.microsoft.com/office/drawing/2014/main" id="{33750A90-C470-B586-A00A-18D6E4DD3E8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  <p:grpSp>
                <p:nvGrpSpPr>
                  <p:cNvPr id="30312" name="Box Dock">
                    <a:extLst>
                      <a:ext uri="{FF2B5EF4-FFF2-40B4-BE49-F238E27FC236}">
                        <a16:creationId xmlns:a16="http://schemas.microsoft.com/office/drawing/2014/main" id="{7931935A-8961-90CF-D12B-0CE347859C7A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487615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30313" name="Box Dock BB">
                      <a:extLst>
                        <a:ext uri="{FF2B5EF4-FFF2-40B4-BE49-F238E27FC236}">
                          <a16:creationId xmlns:a16="http://schemas.microsoft.com/office/drawing/2014/main" id="{0D4535DB-1FF3-5CE6-A3E3-28698EA03B3B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314" name="Box Dock TT">
                      <a:extLst>
                        <a:ext uri="{FF2B5EF4-FFF2-40B4-BE49-F238E27FC236}">
                          <a16:creationId xmlns:a16="http://schemas.microsoft.com/office/drawing/2014/main" id="{486B8EDD-0935-7C7C-63EC-FE4CF66FEE4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315" name="Box Dock TM">
                      <a:extLst>
                        <a:ext uri="{FF2B5EF4-FFF2-40B4-BE49-F238E27FC236}">
                          <a16:creationId xmlns:a16="http://schemas.microsoft.com/office/drawing/2014/main" id="{6ABD15D1-85C1-93F2-2C24-06CD62D8779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316" name="Box Dock BM">
                      <a:extLst>
                        <a:ext uri="{FF2B5EF4-FFF2-40B4-BE49-F238E27FC236}">
                          <a16:creationId xmlns:a16="http://schemas.microsoft.com/office/drawing/2014/main" id="{55891108-9514-EE72-998F-BAA9F67E496A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317" name="Box Dock TM">
                      <a:extLst>
                        <a:ext uri="{FF2B5EF4-FFF2-40B4-BE49-F238E27FC236}">
                          <a16:creationId xmlns:a16="http://schemas.microsoft.com/office/drawing/2014/main" id="{85A66A23-1D30-FCA4-7BF9-B1536EE3C765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30651" name="Box Dock">
                  <a:extLst>
                    <a:ext uri="{FF2B5EF4-FFF2-40B4-BE49-F238E27FC236}">
                      <a16:creationId xmlns:a16="http://schemas.microsoft.com/office/drawing/2014/main" id="{DDAC3E52-EC40-D652-4190-7DC2B5909711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9543391" y="1686102"/>
                  <a:ext cx="85454" cy="516852"/>
                  <a:chOff x="6734408" y="1594976"/>
                  <a:chExt cx="85454" cy="625391"/>
                </a:xfrm>
                <a:solidFill>
                  <a:srgbClr val="D99694">
                    <a:alpha val="0"/>
                  </a:srgbClr>
                </a:solidFill>
              </p:grpSpPr>
              <p:sp>
                <p:nvSpPr>
                  <p:cNvPr id="30663" name="DAL Dock BB">
                    <a:extLst>
                      <a:ext uri="{FF2B5EF4-FFF2-40B4-BE49-F238E27FC236}">
                        <a16:creationId xmlns:a16="http://schemas.microsoft.com/office/drawing/2014/main" id="{D4F7D1E0-C28C-1F5E-F9EA-63400A589B1E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2126368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30664" name="DAL Dock BM">
                    <a:extLst>
                      <a:ext uri="{FF2B5EF4-FFF2-40B4-BE49-F238E27FC236}">
                        <a16:creationId xmlns:a16="http://schemas.microsoft.com/office/drawing/2014/main" id="{C21AB2DD-5D92-BFB1-D45F-6BA2B0A98CA8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993521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30665" name="DAL Dock MM">
                    <a:extLst>
                      <a:ext uri="{FF2B5EF4-FFF2-40B4-BE49-F238E27FC236}">
                        <a16:creationId xmlns:a16="http://schemas.microsoft.com/office/drawing/2014/main" id="{5BECBC6D-1EAC-9B48-B46E-44AA1B0950BC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860673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30308" name="DAL Dock TM">
                    <a:extLst>
                      <a:ext uri="{FF2B5EF4-FFF2-40B4-BE49-F238E27FC236}">
                        <a16:creationId xmlns:a16="http://schemas.microsoft.com/office/drawing/2014/main" id="{DC6F9630-3B7C-9E7A-7C65-2C35EF22FABC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727824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30309" name="DAL Dock TT">
                    <a:extLst>
                      <a:ext uri="{FF2B5EF4-FFF2-40B4-BE49-F238E27FC236}">
                        <a16:creationId xmlns:a16="http://schemas.microsoft.com/office/drawing/2014/main" id="{CED496C8-BD27-1915-F51A-1998BF1B8EA6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594976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30652" name="Gruppieren 651">
                  <a:extLst>
                    <a:ext uri="{FF2B5EF4-FFF2-40B4-BE49-F238E27FC236}">
                      <a16:creationId xmlns:a16="http://schemas.microsoft.com/office/drawing/2014/main" id="{FE2E8A11-A316-27F5-7AA3-449CACD5C0D6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328248" y="1569340"/>
                  <a:ext cx="486693" cy="750377"/>
                  <a:chOff x="8328248" y="1569340"/>
                  <a:chExt cx="486693" cy="750377"/>
                </a:xfrm>
              </p:grpSpPr>
              <p:sp>
                <p:nvSpPr>
                  <p:cNvPr id="30656" name="PL BG Blue">
                    <a:extLst>
                      <a:ext uri="{FF2B5EF4-FFF2-40B4-BE49-F238E27FC236}">
                        <a16:creationId xmlns:a16="http://schemas.microsoft.com/office/drawing/2014/main" id="{0443535B-F589-D688-C9E7-BAE159A12DEC}"/>
                      </a:ext>
                    </a:extLst>
                  </p:cNvPr>
                  <p:cNvSpPr/>
                  <p:nvPr/>
                </p:nvSpPr>
                <p:spPr>
                  <a:xfrm flipH="1">
                    <a:off x="8528991" y="1569340"/>
                    <a:ext cx="285950" cy="750377"/>
                  </a:xfrm>
                  <a:prstGeom prst="roundRect">
                    <a:avLst>
                      <a:gd name="adj" fmla="val 50000"/>
                    </a:avLst>
                  </a:prstGeom>
                  <a:gradFill flip="none" rotWithShape="1">
                    <a:gsLst>
                      <a:gs pos="0">
                        <a:srgbClr val="00B050">
                          <a:lumMod val="86000"/>
                        </a:srgbClr>
                      </a:gs>
                      <a:gs pos="100000">
                        <a:srgbClr val="00B050">
                          <a:lumMod val="87000"/>
                          <a:lumOff val="13000"/>
                        </a:srgbClr>
                      </a:gs>
                    </a:gsLst>
                    <a:lin ang="0" scaled="1"/>
                    <a:tileRect/>
                  </a:gradFill>
                  <a:ln w="25400" cap="flat" cmpd="sng" algn="ctr">
                    <a:noFill/>
                    <a:prstDash val="solid"/>
                  </a:ln>
                  <a:effectLst/>
                </p:spPr>
                <p:txBody>
                  <a:bodyPr vert="vert270" wrap="square" lIns="36000" rtlCol="0" anchor="t">
                    <a:noAutofit/>
                  </a:bodyPr>
                  <a:lstStyle/>
                  <a:p>
                    <a:pPr algn="ctr"/>
                    <a:r>
                      <a:rPr lang="en-US" sz="1300" b="1" kern="0" dirty="0">
                        <a:solidFill>
                          <a:prstClr val="white"/>
                        </a:solidFill>
                        <a:latin typeface="Calibri"/>
                      </a:rPr>
                      <a:t>HTTP API</a:t>
                    </a:r>
                  </a:p>
                </p:txBody>
              </p:sp>
              <p:grpSp>
                <p:nvGrpSpPr>
                  <p:cNvPr id="30657" name="Box Dock">
                    <a:extLst>
                      <a:ext uri="{FF2B5EF4-FFF2-40B4-BE49-F238E27FC236}">
                        <a16:creationId xmlns:a16="http://schemas.microsoft.com/office/drawing/2014/main" id="{78BAC3BC-F44E-3AB7-BC03-3134AAB273A5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328248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30658" name="PL Dock BB">
                      <a:extLst>
                        <a:ext uri="{FF2B5EF4-FFF2-40B4-BE49-F238E27FC236}">
                          <a16:creationId xmlns:a16="http://schemas.microsoft.com/office/drawing/2014/main" id="{07C460F3-2D1C-38C7-D682-BCFC054F22B1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659" name="PL Dock BM">
                      <a:extLst>
                        <a:ext uri="{FF2B5EF4-FFF2-40B4-BE49-F238E27FC236}">
                          <a16:creationId xmlns:a16="http://schemas.microsoft.com/office/drawing/2014/main" id="{33E3CB39-8474-D0F4-FF14-BAFE86DF142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660" name="PL Dock MM">
                      <a:extLst>
                        <a:ext uri="{FF2B5EF4-FFF2-40B4-BE49-F238E27FC236}">
                          <a16:creationId xmlns:a16="http://schemas.microsoft.com/office/drawing/2014/main" id="{C83630B3-E408-21B3-C884-86E18E0EEC92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661" name="PL Dock TM">
                      <a:extLst>
                        <a:ext uri="{FF2B5EF4-FFF2-40B4-BE49-F238E27FC236}">
                          <a16:creationId xmlns:a16="http://schemas.microsoft.com/office/drawing/2014/main" id="{BB503D9D-E77F-C47D-AC44-AE32D2A9838B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662" name="PL Dock TT">
                      <a:extLst>
                        <a:ext uri="{FF2B5EF4-FFF2-40B4-BE49-F238E27FC236}">
                          <a16:creationId xmlns:a16="http://schemas.microsoft.com/office/drawing/2014/main" id="{6DF69B23-D50E-FBC3-D1E4-751BF029907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30653" name="BLL">
                  <a:extLst>
                    <a:ext uri="{FF2B5EF4-FFF2-40B4-BE49-F238E27FC236}">
                      <a16:creationId xmlns:a16="http://schemas.microsoft.com/office/drawing/2014/main" id="{4CCF607F-66C4-CE92-E2C5-64C70C5C039E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8590275" y="1632089"/>
                  <a:ext cx="977716" cy="624878"/>
                  <a:chOff x="8590275" y="1632089"/>
                  <a:chExt cx="977716" cy="624878"/>
                </a:xfrm>
              </p:grpSpPr>
              <p:sp>
                <p:nvSpPr>
                  <p:cNvPr id="30654" name="BLL BG White">
                    <a:extLst>
                      <a:ext uri="{FF2B5EF4-FFF2-40B4-BE49-F238E27FC236}">
                        <a16:creationId xmlns:a16="http://schemas.microsoft.com/office/drawing/2014/main" id="{047D7D91-D774-805D-58D7-19E5F4F85544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590275" y="1632089"/>
                    <a:ext cx="977716" cy="624878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0655" name="BLL BG White">
                    <a:extLst>
                      <a:ext uri="{FF2B5EF4-FFF2-40B4-BE49-F238E27FC236}">
                        <a16:creationId xmlns:a16="http://schemas.microsoft.com/office/drawing/2014/main" id="{F638B9E6-368B-1401-76A9-C14603C27295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616672" y="1654783"/>
                    <a:ext cx="924923" cy="579490"/>
                  </a:xfrm>
                  <a:prstGeom prst="roundRect">
                    <a:avLst/>
                  </a:prstGeom>
                  <a:noFill/>
                  <a:ln>
                    <a:solidFill>
                      <a:srgbClr val="FF9C4B"/>
                    </a:solidFill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</p:grpSp>
          </p:grpSp>
          <p:sp>
            <p:nvSpPr>
              <p:cNvPr id="30649" name="Textfeld 648">
                <a:extLst>
                  <a:ext uri="{FF2B5EF4-FFF2-40B4-BE49-F238E27FC236}">
                    <a16:creationId xmlns:a16="http://schemas.microsoft.com/office/drawing/2014/main" id="{10D4E97D-C744-B246-CCCA-79F55C3DE8EA}"/>
                  </a:ext>
                </a:extLst>
              </p:cNvPr>
              <p:cNvSpPr txBox="1"/>
              <p:nvPr/>
            </p:nvSpPr>
            <p:spPr>
              <a:xfrm>
                <a:off x="5847288" y="2287032"/>
                <a:ext cx="1905291" cy="258532"/>
              </a:xfrm>
              <a:prstGeom prst="rect">
                <a:avLst/>
              </a:prstGeom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ctr">
                  <a:lnSpc>
                    <a:spcPct val="90000"/>
                  </a:lnSpc>
                  <a:defRPr sz="1200" kern="0"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Calibri" pitchFamily="34" charset="0"/>
                    <a:cs typeface="Calibri" pitchFamily="34" charset="0"/>
                  </a:defRPr>
                </a:lvl1pPr>
              </a:lstStyle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t>Roadmap Service</a:t>
                </a:r>
              </a:p>
            </p:txBody>
          </p:sp>
        </p:grpSp>
        <p:pic>
          <p:nvPicPr>
            <p:cNvPr id="30647" name="Grafik 646">
              <a:extLst>
                <a:ext uri="{FF2B5EF4-FFF2-40B4-BE49-F238E27FC236}">
                  <a16:creationId xmlns:a16="http://schemas.microsoft.com/office/drawing/2014/main" id="{5C481EA7-B65B-D670-A6BE-9E83D616017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68593" y="1621122"/>
              <a:ext cx="457576" cy="455738"/>
            </a:xfrm>
            <a:prstGeom prst="rect">
              <a:avLst/>
            </a:prstGeom>
          </p:spPr>
        </p:pic>
      </p:grpSp>
      <p:grpSp>
        <p:nvGrpSpPr>
          <p:cNvPr id="40119" name="Gruppieren 118">
            <a:extLst>
              <a:ext uri="{FF2B5EF4-FFF2-40B4-BE49-F238E27FC236}">
                <a16:creationId xmlns:a16="http://schemas.microsoft.com/office/drawing/2014/main" id="{14AA8743-36B8-F828-470E-F08682DCADE3}"/>
              </a:ext>
            </a:extLst>
          </p:cNvPr>
          <p:cNvGrpSpPr/>
          <p:nvPr/>
        </p:nvGrpSpPr>
        <p:grpSpPr>
          <a:xfrm>
            <a:off x="10149840" y="3703320"/>
            <a:ext cx="1732083" cy="1117576"/>
            <a:chOff x="7840166" y="1427988"/>
            <a:chExt cx="1732083" cy="1117576"/>
          </a:xfrm>
        </p:grpSpPr>
        <p:grpSp>
          <p:nvGrpSpPr>
            <p:cNvPr id="40120" name="Gruppieren 119">
              <a:extLst>
                <a:ext uri="{FF2B5EF4-FFF2-40B4-BE49-F238E27FC236}">
                  <a16:creationId xmlns:a16="http://schemas.microsoft.com/office/drawing/2014/main" id="{F735D406-A8C0-9381-7E97-BE38D3808689}"/>
                </a:ext>
              </a:extLst>
            </p:cNvPr>
            <p:cNvGrpSpPr/>
            <p:nvPr/>
          </p:nvGrpSpPr>
          <p:grpSpPr>
            <a:xfrm>
              <a:off x="7840166" y="1427988"/>
              <a:ext cx="1732083" cy="1117576"/>
              <a:chOff x="5933892" y="1427988"/>
              <a:chExt cx="1732083" cy="1117576"/>
            </a:xfrm>
          </p:grpSpPr>
          <p:grpSp>
            <p:nvGrpSpPr>
              <p:cNvPr id="40124" name="Gruppieren 123">
                <a:extLst>
                  <a:ext uri="{FF2B5EF4-FFF2-40B4-BE49-F238E27FC236}">
                    <a16:creationId xmlns:a16="http://schemas.microsoft.com/office/drawing/2014/main" id="{A0832CE1-CD34-DA51-4E7B-FAB7D189CD2F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6049526" y="1427988"/>
                <a:ext cx="1342618" cy="842006"/>
                <a:chOff x="8328248" y="1523525"/>
                <a:chExt cx="1342618" cy="842006"/>
              </a:xfrm>
              <a:effectLst/>
            </p:grpSpPr>
            <p:grpSp>
              <p:nvGrpSpPr>
                <p:cNvPr id="40126" name="Gruppieren 125">
                  <a:extLst>
                    <a:ext uri="{FF2B5EF4-FFF2-40B4-BE49-F238E27FC236}">
                      <a16:creationId xmlns:a16="http://schemas.microsoft.com/office/drawing/2014/main" id="{86439CFA-3565-8766-66EE-9DF576666045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487615" y="1523525"/>
                  <a:ext cx="1183251" cy="842006"/>
                  <a:chOff x="8487615" y="1523525"/>
                  <a:chExt cx="1183251" cy="842006"/>
                </a:xfrm>
              </p:grpSpPr>
              <p:sp>
                <p:nvSpPr>
                  <p:cNvPr id="40144" name="Box BG Black">
                    <a:extLst>
                      <a:ext uri="{FF2B5EF4-FFF2-40B4-BE49-F238E27FC236}">
                        <a16:creationId xmlns:a16="http://schemas.microsoft.com/office/drawing/2014/main" id="{ED278FD8-8652-5D60-E39B-F76633C2AA2B}"/>
                      </a:ext>
                    </a:extLst>
                  </p:cNvPr>
                  <p:cNvSpPr/>
                  <p:nvPr/>
                </p:nvSpPr>
                <p:spPr>
                  <a:xfrm>
                    <a:off x="8487615" y="1523525"/>
                    <a:ext cx="1183036" cy="842006"/>
                  </a:xfrm>
                  <a:prstGeom prst="roundRect">
                    <a:avLst/>
                  </a:prstGeom>
                  <a:solidFill>
                    <a:schemeClr val="tx1">
                      <a:lumMod val="75000"/>
                      <a:lumOff val="25000"/>
                    </a:schemeClr>
                  </a:solidFill>
                  <a:ln>
                    <a:noFill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40145" name="Box Dock">
                    <a:extLst>
                      <a:ext uri="{FF2B5EF4-FFF2-40B4-BE49-F238E27FC236}">
                        <a16:creationId xmlns:a16="http://schemas.microsoft.com/office/drawing/2014/main" id="{65C0CAE6-D8E2-5E29-0215-AAF05B13056C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85412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40152" name="Box Dock BB">
                      <a:extLst>
                        <a:ext uri="{FF2B5EF4-FFF2-40B4-BE49-F238E27FC236}">
                          <a16:creationId xmlns:a16="http://schemas.microsoft.com/office/drawing/2014/main" id="{0473AB27-9DE2-CBA4-11BD-A56FF56669A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0153" name="Box Dock TT">
                      <a:extLst>
                        <a:ext uri="{FF2B5EF4-FFF2-40B4-BE49-F238E27FC236}">
                          <a16:creationId xmlns:a16="http://schemas.microsoft.com/office/drawing/2014/main" id="{F2B31499-8BD8-7978-F5AF-4814E4826BA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0154" name="Box Dock TM">
                      <a:extLst>
                        <a:ext uri="{FF2B5EF4-FFF2-40B4-BE49-F238E27FC236}">
                          <a16:creationId xmlns:a16="http://schemas.microsoft.com/office/drawing/2014/main" id="{DB5397C1-0C2F-75D6-4A90-7AF4240034F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0155" name="Box Dock BM">
                      <a:extLst>
                        <a:ext uri="{FF2B5EF4-FFF2-40B4-BE49-F238E27FC236}">
                          <a16:creationId xmlns:a16="http://schemas.microsoft.com/office/drawing/2014/main" id="{CD77427B-A914-788B-9574-71E81076103A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0156" name="Box Dock TM">
                      <a:extLst>
                        <a:ext uri="{FF2B5EF4-FFF2-40B4-BE49-F238E27FC236}">
                          <a16:creationId xmlns:a16="http://schemas.microsoft.com/office/drawing/2014/main" id="{5A0104BA-EDA4-507F-4C9E-3B69F9F11CB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  <p:grpSp>
                <p:nvGrpSpPr>
                  <p:cNvPr id="40146" name="Box Dock">
                    <a:extLst>
                      <a:ext uri="{FF2B5EF4-FFF2-40B4-BE49-F238E27FC236}">
                        <a16:creationId xmlns:a16="http://schemas.microsoft.com/office/drawing/2014/main" id="{95C5F4DF-CADB-18D8-FB54-D431CE7DFBB1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487615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40147" name="Box Dock BB">
                      <a:extLst>
                        <a:ext uri="{FF2B5EF4-FFF2-40B4-BE49-F238E27FC236}">
                          <a16:creationId xmlns:a16="http://schemas.microsoft.com/office/drawing/2014/main" id="{B21D4057-EEE8-0B6A-654C-56CFD2C99A6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0148" name="Box Dock TT">
                      <a:extLst>
                        <a:ext uri="{FF2B5EF4-FFF2-40B4-BE49-F238E27FC236}">
                          <a16:creationId xmlns:a16="http://schemas.microsoft.com/office/drawing/2014/main" id="{F6AE085B-03E9-82F7-6750-2B89B9666957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0149" name="Box Dock TM">
                      <a:extLst>
                        <a:ext uri="{FF2B5EF4-FFF2-40B4-BE49-F238E27FC236}">
                          <a16:creationId xmlns:a16="http://schemas.microsoft.com/office/drawing/2014/main" id="{CA237528-EB5A-57F4-6316-7525953F2C57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0150" name="Box Dock BM">
                      <a:extLst>
                        <a:ext uri="{FF2B5EF4-FFF2-40B4-BE49-F238E27FC236}">
                          <a16:creationId xmlns:a16="http://schemas.microsoft.com/office/drawing/2014/main" id="{BEAF77FD-18A2-868A-7D09-B5B7C46B2099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0151" name="Box Dock TM">
                      <a:extLst>
                        <a:ext uri="{FF2B5EF4-FFF2-40B4-BE49-F238E27FC236}">
                          <a16:creationId xmlns:a16="http://schemas.microsoft.com/office/drawing/2014/main" id="{195F15F5-6DD8-2A1C-71D2-99D70CC3FF2F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40127" name="Box Dock">
                  <a:extLst>
                    <a:ext uri="{FF2B5EF4-FFF2-40B4-BE49-F238E27FC236}">
                      <a16:creationId xmlns:a16="http://schemas.microsoft.com/office/drawing/2014/main" id="{5F2A2B37-EA74-04F8-08F9-8FBFBD055C79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9543391" y="1686102"/>
                  <a:ext cx="85454" cy="516852"/>
                  <a:chOff x="6734408" y="1594976"/>
                  <a:chExt cx="85454" cy="625391"/>
                </a:xfrm>
                <a:solidFill>
                  <a:srgbClr val="D99694">
                    <a:alpha val="0"/>
                  </a:srgbClr>
                </a:solidFill>
              </p:grpSpPr>
              <p:sp>
                <p:nvSpPr>
                  <p:cNvPr id="40139" name="DAL Dock BB">
                    <a:extLst>
                      <a:ext uri="{FF2B5EF4-FFF2-40B4-BE49-F238E27FC236}">
                        <a16:creationId xmlns:a16="http://schemas.microsoft.com/office/drawing/2014/main" id="{7BC17B8E-09F1-050A-9C2D-4375BAABE2F8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2126368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0140" name="DAL Dock BM">
                    <a:extLst>
                      <a:ext uri="{FF2B5EF4-FFF2-40B4-BE49-F238E27FC236}">
                        <a16:creationId xmlns:a16="http://schemas.microsoft.com/office/drawing/2014/main" id="{F95D6491-6B82-45E6-9751-68A2912973D6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993521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0141" name="DAL Dock MM">
                    <a:extLst>
                      <a:ext uri="{FF2B5EF4-FFF2-40B4-BE49-F238E27FC236}">
                        <a16:creationId xmlns:a16="http://schemas.microsoft.com/office/drawing/2014/main" id="{8ED670DB-2B34-D742-DB3C-BC83217F9FB6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860673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0142" name="DAL Dock TM">
                    <a:extLst>
                      <a:ext uri="{FF2B5EF4-FFF2-40B4-BE49-F238E27FC236}">
                        <a16:creationId xmlns:a16="http://schemas.microsoft.com/office/drawing/2014/main" id="{51BC8D51-196C-FA18-C497-F250FD3307CE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727824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0143" name="DAL Dock TT">
                    <a:extLst>
                      <a:ext uri="{FF2B5EF4-FFF2-40B4-BE49-F238E27FC236}">
                        <a16:creationId xmlns:a16="http://schemas.microsoft.com/office/drawing/2014/main" id="{698E57CB-558A-0514-5533-4ED262008F05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594976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40128" name="Gruppieren 127">
                  <a:extLst>
                    <a:ext uri="{FF2B5EF4-FFF2-40B4-BE49-F238E27FC236}">
                      <a16:creationId xmlns:a16="http://schemas.microsoft.com/office/drawing/2014/main" id="{21A9E8B7-7AC9-8D68-DE34-E378E0800626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328248" y="1569340"/>
                  <a:ext cx="486693" cy="750377"/>
                  <a:chOff x="8328248" y="1569340"/>
                  <a:chExt cx="486693" cy="750377"/>
                </a:xfrm>
              </p:grpSpPr>
              <p:sp>
                <p:nvSpPr>
                  <p:cNvPr id="40132" name="PL BG Blue">
                    <a:extLst>
                      <a:ext uri="{FF2B5EF4-FFF2-40B4-BE49-F238E27FC236}">
                        <a16:creationId xmlns:a16="http://schemas.microsoft.com/office/drawing/2014/main" id="{11F78DD7-5ED7-86C3-7B6F-C7BA8687B96C}"/>
                      </a:ext>
                    </a:extLst>
                  </p:cNvPr>
                  <p:cNvSpPr/>
                  <p:nvPr/>
                </p:nvSpPr>
                <p:spPr>
                  <a:xfrm>
                    <a:off x="8328248" y="1569340"/>
                    <a:ext cx="486693" cy="750377"/>
                  </a:xfrm>
                  <a:prstGeom prst="roundRect">
                    <a:avLst>
                      <a:gd name="adj" fmla="val 26461"/>
                    </a:avLst>
                  </a:prstGeom>
                  <a:gradFill flip="none" rotWithShape="1">
                    <a:gsLst>
                      <a:gs pos="0">
                        <a:srgbClr val="00B0F0">
                          <a:shade val="30000"/>
                          <a:satMod val="115000"/>
                        </a:srgbClr>
                      </a:gs>
                      <a:gs pos="100000">
                        <a:srgbClr val="00B0F0">
                          <a:shade val="100000"/>
                          <a:satMod val="115000"/>
                        </a:srgbClr>
                      </a:gs>
                    </a:gsLst>
                    <a:lin ang="0" scaled="1"/>
                    <a:tileRect/>
                  </a:gradFill>
                  <a:ln w="25400" cap="flat" cmpd="sng" algn="ctr">
                    <a:noFill/>
                    <a:prstDash val="solid"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vert="vert270" wrap="none" lIns="0" tIns="0" rIns="0" bIns="0" rtlCol="0" anchor="t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200" b="1" i="0" u="none" strike="noStrike" kern="100" cap="none" spc="-5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rPr>
                      <a:t>SQL API</a:t>
                    </a:r>
                  </a:p>
                </p:txBody>
              </p:sp>
              <p:grpSp>
                <p:nvGrpSpPr>
                  <p:cNvPr id="40133" name="Box Dock">
                    <a:extLst>
                      <a:ext uri="{FF2B5EF4-FFF2-40B4-BE49-F238E27FC236}">
                        <a16:creationId xmlns:a16="http://schemas.microsoft.com/office/drawing/2014/main" id="{8B11F2C2-BECA-96E1-D4C5-AF25B4C7932C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328248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40134" name="PL Dock BB">
                      <a:extLst>
                        <a:ext uri="{FF2B5EF4-FFF2-40B4-BE49-F238E27FC236}">
                          <a16:creationId xmlns:a16="http://schemas.microsoft.com/office/drawing/2014/main" id="{8F908B2D-42EA-9DEE-E158-CBB0AD5B78C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0135" name="PL Dock BM">
                      <a:extLst>
                        <a:ext uri="{FF2B5EF4-FFF2-40B4-BE49-F238E27FC236}">
                          <a16:creationId xmlns:a16="http://schemas.microsoft.com/office/drawing/2014/main" id="{F0AD8C80-9A24-6B54-5D0A-E463E97DBF07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0136" name="PL Dock MM">
                      <a:extLst>
                        <a:ext uri="{FF2B5EF4-FFF2-40B4-BE49-F238E27FC236}">
                          <a16:creationId xmlns:a16="http://schemas.microsoft.com/office/drawing/2014/main" id="{40119626-F033-1286-DAA8-11738B04E1C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0137" name="PL Dock TM">
                      <a:extLst>
                        <a:ext uri="{FF2B5EF4-FFF2-40B4-BE49-F238E27FC236}">
                          <a16:creationId xmlns:a16="http://schemas.microsoft.com/office/drawing/2014/main" id="{D035D7C1-B3AE-0C8F-8208-C86102D4489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0138" name="PL Dock TT">
                      <a:extLst>
                        <a:ext uri="{FF2B5EF4-FFF2-40B4-BE49-F238E27FC236}">
                          <a16:creationId xmlns:a16="http://schemas.microsoft.com/office/drawing/2014/main" id="{E63BF196-3706-F07E-CCDF-9FD628D9784B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40129" name="BLL">
                  <a:extLst>
                    <a:ext uri="{FF2B5EF4-FFF2-40B4-BE49-F238E27FC236}">
                      <a16:creationId xmlns:a16="http://schemas.microsoft.com/office/drawing/2014/main" id="{5AA31312-0A50-B9FD-DAF0-484CEE5EA80D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8590275" y="1632089"/>
                  <a:ext cx="977716" cy="624878"/>
                  <a:chOff x="8590275" y="1632089"/>
                  <a:chExt cx="977716" cy="624878"/>
                </a:xfrm>
              </p:grpSpPr>
              <p:sp>
                <p:nvSpPr>
                  <p:cNvPr id="40130" name="BLL BG White">
                    <a:extLst>
                      <a:ext uri="{FF2B5EF4-FFF2-40B4-BE49-F238E27FC236}">
                        <a16:creationId xmlns:a16="http://schemas.microsoft.com/office/drawing/2014/main" id="{83862FE4-D4CB-A20C-CBC4-F18456208F83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590275" y="1632089"/>
                    <a:ext cx="977716" cy="624878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40131" name="BLL BG White">
                    <a:extLst>
                      <a:ext uri="{FF2B5EF4-FFF2-40B4-BE49-F238E27FC236}">
                        <a16:creationId xmlns:a16="http://schemas.microsoft.com/office/drawing/2014/main" id="{6E9E04E5-7785-6421-AA59-56068C7CCDA6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616672" y="1654783"/>
                    <a:ext cx="924923" cy="579490"/>
                  </a:xfrm>
                  <a:prstGeom prst="roundRect">
                    <a:avLst/>
                  </a:prstGeom>
                  <a:noFill/>
                  <a:ln>
                    <a:solidFill>
                      <a:srgbClr val="C52EBE"/>
                    </a:solidFill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</p:grpSp>
          </p:grpSp>
          <p:sp>
            <p:nvSpPr>
              <p:cNvPr id="40125" name="Textfeld 124">
                <a:extLst>
                  <a:ext uri="{FF2B5EF4-FFF2-40B4-BE49-F238E27FC236}">
                    <a16:creationId xmlns:a16="http://schemas.microsoft.com/office/drawing/2014/main" id="{387BC0BB-5ADC-BB75-CE19-7FA4A33FB21C}"/>
                  </a:ext>
                </a:extLst>
              </p:cNvPr>
              <p:cNvSpPr txBox="1"/>
              <p:nvPr/>
            </p:nvSpPr>
            <p:spPr>
              <a:xfrm>
                <a:off x="5933892" y="2287032"/>
                <a:ext cx="1732083" cy="258532"/>
              </a:xfrm>
              <a:prstGeom prst="rect">
                <a:avLst/>
              </a:prstGeom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ctr">
                  <a:lnSpc>
                    <a:spcPct val="90000"/>
                  </a:lnSpc>
                  <a:defRPr sz="1200" kern="0"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Calibri" pitchFamily="34" charset="0"/>
                    <a:cs typeface="Calibri" pitchFamily="34" charset="0"/>
                  </a:defRPr>
                </a:lvl1pPr>
              </a:lstStyle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t>Orders DB</a:t>
                </a:r>
              </a:p>
            </p:txBody>
          </p:sp>
        </p:grpSp>
        <p:grpSp>
          <p:nvGrpSpPr>
            <p:cNvPr id="40121" name="Gruppieren 120">
              <a:extLst>
                <a:ext uri="{FF2B5EF4-FFF2-40B4-BE49-F238E27FC236}">
                  <a16:creationId xmlns:a16="http://schemas.microsoft.com/office/drawing/2014/main" id="{AD098447-8945-C6AD-569C-45D4F84821DC}"/>
                </a:ext>
              </a:extLst>
            </p:cNvPr>
            <p:cNvGrpSpPr/>
            <p:nvPr/>
          </p:nvGrpSpPr>
          <p:grpSpPr>
            <a:xfrm>
              <a:off x="8425454" y="1671887"/>
              <a:ext cx="577723" cy="365719"/>
              <a:chOff x="9003066" y="2123465"/>
              <a:chExt cx="635495" cy="402291"/>
            </a:xfrm>
          </p:grpSpPr>
          <p:sp>
            <p:nvSpPr>
              <p:cNvPr id="40122" name="Flussdiagramm: Magnetplattenspeicher 121">
                <a:extLst>
                  <a:ext uri="{FF2B5EF4-FFF2-40B4-BE49-F238E27FC236}">
                    <a16:creationId xmlns:a16="http://schemas.microsoft.com/office/drawing/2014/main" id="{634ADF88-28EA-A1A9-767B-8B41EF9A336D}"/>
                  </a:ext>
                </a:extLst>
              </p:cNvPr>
              <p:cNvSpPr/>
              <p:nvPr/>
            </p:nvSpPr>
            <p:spPr bwMode="gray">
              <a:xfrm>
                <a:off x="9003066" y="2123465"/>
                <a:ext cx="635495" cy="402291"/>
              </a:xfrm>
              <a:prstGeom prst="flowChartMagneticDisk">
                <a:avLst/>
              </a:prstGeom>
              <a:solidFill>
                <a:schemeClr val="bg1"/>
              </a:solidFill>
              <a:ln w="19050">
                <a:solidFill>
                  <a:schemeClr val="tx1">
                    <a:lumMod val="75000"/>
                    <a:lumOff val="25000"/>
                  </a:schemeClr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pic>
            <p:nvPicPr>
              <p:cNvPr id="40123" name="Grafik 122">
                <a:extLst>
                  <a:ext uri="{FF2B5EF4-FFF2-40B4-BE49-F238E27FC236}">
                    <a16:creationId xmlns:a16="http://schemas.microsoft.com/office/drawing/2014/main" id="{D4590389-E3C6-484E-88DF-A8B40EAF127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085783" y="2333931"/>
                <a:ext cx="497677" cy="126826"/>
              </a:xfrm>
              <a:prstGeom prst="rect">
                <a:avLst/>
              </a:prstGeom>
            </p:spPr>
          </p:pic>
        </p:grpSp>
      </p:grpSp>
      <p:sp>
        <p:nvSpPr>
          <p:cNvPr id="40157" name="TextBox 40156"/>
          <p:cNvSpPr txBox="1"/>
          <p:nvPr/>
        </p:nvSpPr>
        <p:spPr>
          <a:xfrm>
            <a:off x="548640" y="4983480"/>
            <a:ext cx="1691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i="1">
                <a:solidFill>
                  <a:srgbClr val="444444"/>
                </a:solidFill>
              </a:rPr>
              <a:t>Architekturübersicht — alle 7 Microservices und 4 Datastores. Order Service besitzt eine eigene MySQL-Instanz (aether_orders, ADR11). Die AMQP-Schnittstelle aus dem Template ist nicht im Einsatz.</a:t>
            </a:r>
          </a:p>
        </p:txBody>
      </p:sp>
    </p:spTree>
    <p:extLst>
      <p:ext uri="{BB962C8B-B14F-4D97-AF65-F5344CB8AC3E}">
        <p14:creationId xmlns:p14="http://schemas.microsoft.com/office/powerpoint/2010/main" val="33547865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075D68C0-D9A5-9117-7A5E-43221B117F90}"/>
              </a:ext>
            </a:extLst>
          </p:cNvPr>
          <p:cNvGrpSpPr/>
          <p:nvPr/>
        </p:nvGrpSpPr>
        <p:grpSpPr>
          <a:xfrm>
            <a:off x="7769001" y="2824496"/>
            <a:ext cx="3300859" cy="5151385"/>
            <a:chOff x="4294127" y="1124744"/>
            <a:chExt cx="3603747" cy="5151385"/>
          </a:xfrm>
        </p:grpSpPr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1CC59DDE-A472-37CD-AA45-F48223E62786}"/>
                </a:ext>
              </a:extLst>
            </p:cNvPr>
            <p:cNvSpPr/>
            <p:nvPr/>
          </p:nvSpPr>
          <p:spPr bwMode="gray">
            <a:xfrm>
              <a:off x="4294127" y="1124744"/>
              <a:ext cx="3603747" cy="5151384"/>
            </a:xfrm>
            <a:prstGeom prst="rect">
              <a:avLst/>
            </a:prstGeom>
            <a:gradFill flip="none" rotWithShape="1">
              <a:gsLst>
                <a:gs pos="0">
                  <a:srgbClr val="FF9C4B">
                    <a:lumMod val="50000"/>
                    <a:lumOff val="50000"/>
                  </a:srgbClr>
                </a:gs>
                <a:gs pos="100000">
                  <a:srgbClr val="FF9C4B">
                    <a:lumMod val="0"/>
                    <a:lumOff val="100000"/>
                  </a:srgbClr>
                </a:gs>
              </a:gsLst>
              <a:lin ang="16200000" scaled="1"/>
              <a:tileRect/>
            </a:gradFill>
            <a:ln w="952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32000" tIns="0" rIns="0" bIns="0"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EF2BBE19-AAFB-E016-C6E0-E9FCAED2706D}"/>
                </a:ext>
              </a:extLst>
            </p:cNvPr>
            <p:cNvSpPr/>
            <p:nvPr/>
          </p:nvSpPr>
          <p:spPr bwMode="gray">
            <a:xfrm>
              <a:off x="4297977" y="5670464"/>
              <a:ext cx="3599897" cy="605665"/>
            </a:xfrm>
            <a:prstGeom prst="rect">
              <a:avLst/>
            </a:prstGeom>
            <a:solidFill>
              <a:srgbClr val="FF9C4B"/>
            </a:solidFill>
            <a:ln w="952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Business Logic Tier</a:t>
              </a:r>
            </a:p>
          </p:txBody>
        </p:sp>
      </p:grp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740BE9BD-487C-BB98-64E2-B44D8B8750A4}"/>
              </a:ext>
            </a:extLst>
          </p:cNvPr>
          <p:cNvGrpSpPr/>
          <p:nvPr/>
        </p:nvGrpSpPr>
        <p:grpSpPr>
          <a:xfrm>
            <a:off x="11069860" y="2824496"/>
            <a:ext cx="3711371" cy="5151385"/>
            <a:chOff x="7983399" y="1124744"/>
            <a:chExt cx="3603747" cy="5151385"/>
          </a:xfrm>
        </p:grpSpPr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5EBCA2A9-FAE7-35EF-E2B7-ECA94E0E7D76}"/>
                </a:ext>
              </a:extLst>
            </p:cNvPr>
            <p:cNvSpPr/>
            <p:nvPr/>
          </p:nvSpPr>
          <p:spPr bwMode="gray">
            <a:xfrm>
              <a:off x="7983399" y="1124744"/>
              <a:ext cx="3603747" cy="5151384"/>
            </a:xfrm>
            <a:prstGeom prst="rect">
              <a:avLst/>
            </a:prstGeom>
            <a:gradFill flip="none" rotWithShape="1">
              <a:gsLst>
                <a:gs pos="0">
                  <a:srgbClr val="604A7B">
                    <a:lumMod val="50000"/>
                    <a:lumOff val="50000"/>
                  </a:srgbClr>
                </a:gs>
                <a:gs pos="100000">
                  <a:srgbClr val="604A7B">
                    <a:lumMod val="0"/>
                    <a:lumOff val="100000"/>
                  </a:srgbClr>
                </a:gs>
              </a:gsLst>
              <a:lin ang="16200000" scaled="1"/>
              <a:tileRect/>
            </a:gradFill>
            <a:ln w="952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32000" tIns="0" rIns="0" bIns="0"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E0532B6A-D8B4-6172-EF72-30096C38AF8D}"/>
                </a:ext>
              </a:extLst>
            </p:cNvPr>
            <p:cNvSpPr/>
            <p:nvPr/>
          </p:nvSpPr>
          <p:spPr bwMode="gray">
            <a:xfrm>
              <a:off x="7987249" y="5670464"/>
              <a:ext cx="3599897" cy="605665"/>
            </a:xfrm>
            <a:prstGeom prst="rect">
              <a:avLst/>
            </a:prstGeom>
            <a:solidFill>
              <a:srgbClr val="7030A0"/>
            </a:solidFill>
            <a:ln w="952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Data Tier</a:t>
              </a:r>
            </a:p>
          </p:txBody>
        </p:sp>
      </p:grpSp>
      <p:sp>
        <p:nvSpPr>
          <p:cNvPr id="10" name="Box BG Black">
            <a:extLst>
              <a:ext uri="{FF2B5EF4-FFF2-40B4-BE49-F238E27FC236}">
                <a16:creationId xmlns:a16="http://schemas.microsoft.com/office/drawing/2014/main" id="{E5BFD2A9-B20B-35C2-8B47-C4A5767B245F}"/>
              </a:ext>
            </a:extLst>
          </p:cNvPr>
          <p:cNvSpPr/>
          <p:nvPr/>
        </p:nvSpPr>
        <p:spPr>
          <a:xfrm>
            <a:off x="8369422" y="2529695"/>
            <a:ext cx="5475705" cy="2801238"/>
          </a:xfrm>
          <a:prstGeom prst="roundRect">
            <a:avLst>
              <a:gd name="adj" fmla="val 8308"/>
            </a:avLst>
          </a:prstGeom>
          <a:gradFill flip="none" rotWithShape="1">
            <a:gsLst>
              <a:gs pos="0">
                <a:sysClr val="window" lastClr="FFFFFF">
                  <a:lumMod val="95000"/>
                </a:sysClr>
              </a:gs>
              <a:gs pos="100000">
                <a:sysClr val="window" lastClr="FFFFFF">
                  <a:shade val="100000"/>
                  <a:satMod val="115000"/>
                </a:sysClr>
              </a:gs>
            </a:gsLst>
            <a:lin ang="16200000" scaled="1"/>
            <a:tileRect/>
          </a:gradFill>
          <a:ln w="12700" cap="flat" cmpd="sng" algn="ctr">
            <a:solidFill>
              <a:schemeClr val="bg1">
                <a:lumMod val="50000"/>
              </a:schemeClr>
            </a:solidFill>
            <a:prstDash val="sysDot"/>
          </a:ln>
          <a:effectLst/>
        </p:spPr>
        <p:txBody>
          <a:bodyPr vert="horz" wrap="square" lIns="216000" tIns="36000" rIns="216000" bIns="36000" numCol="1" rtlCol="0" anchor="t" anchorCtr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Calibri" pitchFamily="34" charset="0"/>
                <a:cs typeface="Calibri" pitchFamily="34" charset="0"/>
              </a:rPr>
              <a:t>Product Information Microservice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AD44E2B8-1D4B-FEED-D773-4A2A93E4C089}"/>
              </a:ext>
            </a:extLst>
          </p:cNvPr>
          <p:cNvGrpSpPr/>
          <p:nvPr/>
        </p:nvGrpSpPr>
        <p:grpSpPr>
          <a:xfrm>
            <a:off x="5559133" y="2824496"/>
            <a:ext cx="2227797" cy="5151385"/>
            <a:chOff x="604854" y="1124744"/>
            <a:chExt cx="3603747" cy="5151385"/>
          </a:xfrm>
        </p:grpSpPr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C4D65D91-CC65-9DF1-1659-89E05FF98B8B}"/>
                </a:ext>
              </a:extLst>
            </p:cNvPr>
            <p:cNvSpPr/>
            <p:nvPr/>
          </p:nvSpPr>
          <p:spPr bwMode="gray">
            <a:xfrm>
              <a:off x="604854" y="1124744"/>
              <a:ext cx="3603747" cy="5151384"/>
            </a:xfrm>
            <a:prstGeom prst="rect">
              <a:avLst/>
            </a:prstGeom>
            <a:gradFill flip="none" rotWithShape="1">
              <a:gsLst>
                <a:gs pos="0">
                  <a:srgbClr val="00B0F0">
                    <a:lumMod val="50000"/>
                    <a:lumOff val="50000"/>
                  </a:srgbClr>
                </a:gs>
                <a:gs pos="100000">
                  <a:srgbClr val="00B0F0">
                    <a:lumMod val="0"/>
                    <a:lumOff val="100000"/>
                  </a:srgbClr>
                </a:gs>
              </a:gsLst>
              <a:lin ang="16200000" scaled="1"/>
              <a:tileRect/>
            </a:gradFill>
            <a:ln w="952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32000" tIns="0" rIns="0" bIns="0"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FABDA9C2-D002-B1D7-9517-6035EBFA43C9}"/>
                </a:ext>
              </a:extLst>
            </p:cNvPr>
            <p:cNvSpPr/>
            <p:nvPr/>
          </p:nvSpPr>
          <p:spPr bwMode="gray">
            <a:xfrm>
              <a:off x="604854" y="5670464"/>
              <a:ext cx="3603747" cy="605665"/>
            </a:xfrm>
            <a:prstGeom prst="rect">
              <a:avLst/>
            </a:prstGeom>
            <a:solidFill>
              <a:srgbClr val="00B0F0"/>
            </a:solidFill>
            <a:ln w="952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Presentation Tier</a:t>
              </a:r>
            </a:p>
          </p:txBody>
        </p:sp>
      </p:grpSp>
      <p:sp>
        <p:nvSpPr>
          <p:cNvPr id="14" name="Box BG Black">
            <a:extLst>
              <a:ext uri="{FF2B5EF4-FFF2-40B4-BE49-F238E27FC236}">
                <a16:creationId xmlns:a16="http://schemas.microsoft.com/office/drawing/2014/main" id="{DCE2C596-6A0B-9B99-EE20-24107F37C969}"/>
              </a:ext>
            </a:extLst>
          </p:cNvPr>
          <p:cNvSpPr/>
          <p:nvPr/>
        </p:nvSpPr>
        <p:spPr>
          <a:xfrm>
            <a:off x="8369422" y="5494699"/>
            <a:ext cx="5475705" cy="1575486"/>
          </a:xfrm>
          <a:prstGeom prst="roundRect">
            <a:avLst>
              <a:gd name="adj" fmla="val 8308"/>
            </a:avLst>
          </a:prstGeom>
          <a:gradFill flip="none" rotWithShape="1">
            <a:gsLst>
              <a:gs pos="0">
                <a:sysClr val="window" lastClr="FFFFFF">
                  <a:lumMod val="95000"/>
                </a:sysClr>
              </a:gs>
              <a:gs pos="100000">
                <a:sysClr val="window" lastClr="FFFFFF">
                  <a:shade val="100000"/>
                  <a:satMod val="115000"/>
                </a:sysClr>
              </a:gs>
            </a:gsLst>
            <a:lin ang="16200000" scaled="1"/>
            <a:tileRect/>
          </a:gradFill>
          <a:ln w="12700" cap="flat" cmpd="sng" algn="ctr">
            <a:solidFill>
              <a:schemeClr val="bg1">
                <a:lumMod val="50000"/>
              </a:schemeClr>
            </a:solidFill>
            <a:prstDash val="sysDot"/>
          </a:ln>
          <a:effectLst/>
        </p:spPr>
        <p:txBody>
          <a:bodyPr vert="horz" wrap="square" lIns="216000" tIns="36000" rIns="216000" bIns="36000" numCol="1" rtlCol="0" anchor="t" anchorCtr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kern="0" dirty="0">
                <a:solidFill>
                  <a:prstClr val="black">
                    <a:lumMod val="75000"/>
                    <a:lumOff val="25000"/>
                  </a:prstClr>
                </a:solidFill>
                <a:latin typeface="Calibri" pitchFamily="34" charset="0"/>
                <a:cs typeface="Calibri" pitchFamily="34" charset="0"/>
              </a:rPr>
              <a:t>Shopping Cart Microservice</a:t>
            </a:r>
          </a:p>
        </p:txBody>
      </p:sp>
      <p:cxnSp>
        <p:nvCxnSpPr>
          <p:cNvPr id="15" name="Gerade Verbindung mit Pfeil 13">
            <a:extLst>
              <a:ext uri="{FF2B5EF4-FFF2-40B4-BE49-F238E27FC236}">
                <a16:creationId xmlns:a16="http://schemas.microsoft.com/office/drawing/2014/main" id="{7B4DFCFC-7270-C9D9-16AA-4E06417773AF}"/>
              </a:ext>
            </a:extLst>
          </p:cNvPr>
          <p:cNvCxnSpPr>
            <a:cxnSpLocks/>
            <a:stCxn id="39" idx="3"/>
          </p:cNvCxnSpPr>
          <p:nvPr/>
        </p:nvCxnSpPr>
        <p:spPr>
          <a:xfrm flipV="1">
            <a:off x="9916288" y="3277386"/>
            <a:ext cx="2265500" cy="779371"/>
          </a:xfrm>
          <a:prstGeom prst="bentConnector3">
            <a:avLst>
              <a:gd name="adj1" fmla="val 50000"/>
            </a:avLst>
          </a:prstGeom>
          <a:ln w="28575">
            <a:solidFill>
              <a:srgbClr val="FF07AC"/>
            </a:solidFill>
            <a:prstDash val="sysDot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5215D517-9A8B-59E5-A565-8799646FD03E}"/>
              </a:ext>
            </a:extLst>
          </p:cNvPr>
          <p:cNvGrpSpPr/>
          <p:nvPr/>
        </p:nvGrpSpPr>
        <p:grpSpPr>
          <a:xfrm>
            <a:off x="8578788" y="3745545"/>
            <a:ext cx="1574621" cy="1283776"/>
            <a:chOff x="6012623" y="1427988"/>
            <a:chExt cx="1574621" cy="1283776"/>
          </a:xfrm>
        </p:grpSpPr>
        <p:grpSp>
          <p:nvGrpSpPr>
            <p:cNvPr id="17" name="Gruppieren 16">
              <a:extLst>
                <a:ext uri="{FF2B5EF4-FFF2-40B4-BE49-F238E27FC236}">
                  <a16:creationId xmlns:a16="http://schemas.microsoft.com/office/drawing/2014/main" id="{E61F8EF7-6E8A-58A1-503D-082C6C59906F}"/>
                </a:ext>
              </a:extLst>
            </p:cNvPr>
            <p:cNvGrpSpPr/>
            <p:nvPr/>
          </p:nvGrpSpPr>
          <p:grpSpPr>
            <a:xfrm>
              <a:off x="6012623" y="1427988"/>
              <a:ext cx="1574621" cy="1283776"/>
              <a:chOff x="6012623" y="1427988"/>
              <a:chExt cx="1574621" cy="1283776"/>
            </a:xfrm>
          </p:grpSpPr>
          <p:grpSp>
            <p:nvGrpSpPr>
              <p:cNvPr id="19" name="Gruppieren 18">
                <a:extLst>
                  <a:ext uri="{FF2B5EF4-FFF2-40B4-BE49-F238E27FC236}">
                    <a16:creationId xmlns:a16="http://schemas.microsoft.com/office/drawing/2014/main" id="{A44971AC-6253-967B-B505-DC53A97273DC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6049526" y="1427988"/>
                <a:ext cx="1342618" cy="842006"/>
                <a:chOff x="8328248" y="1523525"/>
                <a:chExt cx="1342618" cy="842006"/>
              </a:xfrm>
              <a:effectLst/>
            </p:grpSpPr>
            <p:grpSp>
              <p:nvGrpSpPr>
                <p:cNvPr id="21" name="Gruppieren 20">
                  <a:extLst>
                    <a:ext uri="{FF2B5EF4-FFF2-40B4-BE49-F238E27FC236}">
                      <a16:creationId xmlns:a16="http://schemas.microsoft.com/office/drawing/2014/main" id="{B22A80F0-DE02-CBAB-7C85-2348D85CE774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487615" y="1523525"/>
                  <a:ext cx="1183251" cy="842006"/>
                  <a:chOff x="8487615" y="1523525"/>
                  <a:chExt cx="1183251" cy="842006"/>
                </a:xfrm>
              </p:grpSpPr>
              <p:sp>
                <p:nvSpPr>
                  <p:cNvPr id="41" name="Box BG Black">
                    <a:extLst>
                      <a:ext uri="{FF2B5EF4-FFF2-40B4-BE49-F238E27FC236}">
                        <a16:creationId xmlns:a16="http://schemas.microsoft.com/office/drawing/2014/main" id="{8E542E38-88F4-7BB1-F932-5EB21FFB325C}"/>
                      </a:ext>
                    </a:extLst>
                  </p:cNvPr>
                  <p:cNvSpPr/>
                  <p:nvPr/>
                </p:nvSpPr>
                <p:spPr>
                  <a:xfrm>
                    <a:off x="8487615" y="1523525"/>
                    <a:ext cx="1183036" cy="842006"/>
                  </a:xfrm>
                  <a:prstGeom prst="roundRect">
                    <a:avLst/>
                  </a:prstGeom>
                  <a:solidFill>
                    <a:schemeClr val="tx1">
                      <a:lumMod val="75000"/>
                      <a:lumOff val="25000"/>
                    </a:schemeClr>
                  </a:solidFill>
                  <a:ln>
                    <a:noFill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42" name="Box Dock">
                    <a:extLst>
                      <a:ext uri="{FF2B5EF4-FFF2-40B4-BE49-F238E27FC236}">
                        <a16:creationId xmlns:a16="http://schemas.microsoft.com/office/drawing/2014/main" id="{97663A23-841F-A78B-6C7F-BD85632E7B2D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85412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49" name="Box Dock BB">
                      <a:extLst>
                        <a:ext uri="{FF2B5EF4-FFF2-40B4-BE49-F238E27FC236}">
                          <a16:creationId xmlns:a16="http://schemas.microsoft.com/office/drawing/2014/main" id="{8E4814D1-5D53-15E0-8CC2-922486662709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50" name="Box Dock TT">
                      <a:extLst>
                        <a:ext uri="{FF2B5EF4-FFF2-40B4-BE49-F238E27FC236}">
                          <a16:creationId xmlns:a16="http://schemas.microsoft.com/office/drawing/2014/main" id="{540F7A52-EDBB-0551-CE78-CB9BF4ACBBB5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51" name="Box Dock TM">
                      <a:extLst>
                        <a:ext uri="{FF2B5EF4-FFF2-40B4-BE49-F238E27FC236}">
                          <a16:creationId xmlns:a16="http://schemas.microsoft.com/office/drawing/2014/main" id="{95CD1EDC-557D-89EE-A1C6-B1489F2E7B19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52" name="Box Dock BM">
                      <a:extLst>
                        <a:ext uri="{FF2B5EF4-FFF2-40B4-BE49-F238E27FC236}">
                          <a16:creationId xmlns:a16="http://schemas.microsoft.com/office/drawing/2014/main" id="{1EDDA24E-4603-D6DD-3892-FB49316B2D11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53" name="Box Dock TM">
                      <a:extLst>
                        <a:ext uri="{FF2B5EF4-FFF2-40B4-BE49-F238E27FC236}">
                          <a16:creationId xmlns:a16="http://schemas.microsoft.com/office/drawing/2014/main" id="{1331CA5A-C230-E902-9A85-24A2768A7562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  <p:grpSp>
                <p:nvGrpSpPr>
                  <p:cNvPr id="43" name="Box Dock">
                    <a:extLst>
                      <a:ext uri="{FF2B5EF4-FFF2-40B4-BE49-F238E27FC236}">
                        <a16:creationId xmlns:a16="http://schemas.microsoft.com/office/drawing/2014/main" id="{CEE11CC0-6D24-586D-76ED-FB6206B1884B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487615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44" name="Box Dock BB">
                      <a:extLst>
                        <a:ext uri="{FF2B5EF4-FFF2-40B4-BE49-F238E27FC236}">
                          <a16:creationId xmlns:a16="http://schemas.microsoft.com/office/drawing/2014/main" id="{AC813931-9880-0DFC-5BA9-8439B252DFE9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5" name="Box Dock TT">
                      <a:extLst>
                        <a:ext uri="{FF2B5EF4-FFF2-40B4-BE49-F238E27FC236}">
                          <a16:creationId xmlns:a16="http://schemas.microsoft.com/office/drawing/2014/main" id="{62527BD8-9C1A-B775-D65C-E1C22A41DF1B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6" name="Box Dock TM">
                      <a:extLst>
                        <a:ext uri="{FF2B5EF4-FFF2-40B4-BE49-F238E27FC236}">
                          <a16:creationId xmlns:a16="http://schemas.microsoft.com/office/drawing/2014/main" id="{4E796D2A-B69F-7845-FE81-6070E4686BCC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7" name="Box Dock BM">
                      <a:extLst>
                        <a:ext uri="{FF2B5EF4-FFF2-40B4-BE49-F238E27FC236}">
                          <a16:creationId xmlns:a16="http://schemas.microsoft.com/office/drawing/2014/main" id="{B151A1F5-DB17-3BA4-1E4D-F118388F6A01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8" name="Box Dock TM">
                      <a:extLst>
                        <a:ext uri="{FF2B5EF4-FFF2-40B4-BE49-F238E27FC236}">
                          <a16:creationId xmlns:a16="http://schemas.microsoft.com/office/drawing/2014/main" id="{692B2405-F12B-2D0F-DFA6-220669EDD0DE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22" name="Gruppieren 21">
                  <a:extLst>
                    <a:ext uri="{FF2B5EF4-FFF2-40B4-BE49-F238E27FC236}">
                      <a16:creationId xmlns:a16="http://schemas.microsoft.com/office/drawing/2014/main" id="{DA861BE4-184E-5EDD-3517-6185A65D2F5F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9345471" y="1569340"/>
                  <a:ext cx="283804" cy="750377"/>
                  <a:chOff x="9345471" y="1569340"/>
                  <a:chExt cx="283804" cy="750377"/>
                </a:xfrm>
              </p:grpSpPr>
              <p:sp>
                <p:nvSpPr>
                  <p:cNvPr id="34" name="Box BG Black">
                    <a:extLst>
                      <a:ext uri="{FF2B5EF4-FFF2-40B4-BE49-F238E27FC236}">
                        <a16:creationId xmlns:a16="http://schemas.microsoft.com/office/drawing/2014/main" id="{C8D7160A-93CC-05B6-76A6-728E6D268811}"/>
                      </a:ext>
                    </a:extLst>
                  </p:cNvPr>
                  <p:cNvSpPr/>
                  <p:nvPr/>
                </p:nvSpPr>
                <p:spPr>
                  <a:xfrm>
                    <a:off x="9345471" y="1569340"/>
                    <a:ext cx="283804" cy="750377"/>
                  </a:xfrm>
                  <a:prstGeom prst="roundRect">
                    <a:avLst>
                      <a:gd name="adj" fmla="val 50000"/>
                    </a:avLst>
                  </a:prstGeom>
                  <a:gradFill flip="none" rotWithShape="1">
                    <a:gsLst>
                      <a:gs pos="0">
                        <a:srgbClr val="604A7B"/>
                      </a:gs>
                      <a:gs pos="100000">
                        <a:srgbClr val="FF07ED"/>
                      </a:gs>
                    </a:gsLst>
                    <a:lin ang="0" scaled="1"/>
                    <a:tileRect/>
                  </a:gradFill>
                  <a:ln w="25400" cap="flat" cmpd="sng" algn="ctr">
                    <a:noFill/>
                    <a:prstDash val="solid"/>
                  </a:ln>
                  <a:effectLst/>
                </p:spPr>
                <p:txBody>
                  <a:bodyPr vert="vert270" lIns="36000" rtlCol="0" anchor="t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300" b="1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35" name="Box Dock">
                    <a:extLst>
                      <a:ext uri="{FF2B5EF4-FFF2-40B4-BE49-F238E27FC236}">
                        <a16:creationId xmlns:a16="http://schemas.microsoft.com/office/drawing/2014/main" id="{C55CA32C-1DFE-38E0-4BE2-9912FD674501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43391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36" name="DAL Dock BB">
                      <a:extLst>
                        <a:ext uri="{FF2B5EF4-FFF2-40B4-BE49-F238E27FC236}">
                          <a16:creationId xmlns:a16="http://schemas.microsoft.com/office/drawing/2014/main" id="{2A38389C-D65C-42D8-4E65-7FF0580E0AB2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7" name="DAL Dock BM">
                      <a:extLst>
                        <a:ext uri="{FF2B5EF4-FFF2-40B4-BE49-F238E27FC236}">
                          <a16:creationId xmlns:a16="http://schemas.microsoft.com/office/drawing/2014/main" id="{00878C44-B854-0883-85D1-7F8CAE50522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8" name="DAL Dock MM">
                      <a:extLst>
                        <a:ext uri="{FF2B5EF4-FFF2-40B4-BE49-F238E27FC236}">
                          <a16:creationId xmlns:a16="http://schemas.microsoft.com/office/drawing/2014/main" id="{8F0F82CA-A64B-885D-0DC9-EEE4EF8C5A02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9" name="DAL Dock TM">
                      <a:extLst>
                        <a:ext uri="{FF2B5EF4-FFF2-40B4-BE49-F238E27FC236}">
                          <a16:creationId xmlns:a16="http://schemas.microsoft.com/office/drawing/2014/main" id="{725C765D-A340-8A4A-443F-141A0897102A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40" name="DAL Dock TT">
                      <a:extLst>
                        <a:ext uri="{FF2B5EF4-FFF2-40B4-BE49-F238E27FC236}">
                          <a16:creationId xmlns:a16="http://schemas.microsoft.com/office/drawing/2014/main" id="{C45C499A-A499-6CFF-7E5D-50637389039E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23" name="Gruppieren 22">
                  <a:extLst>
                    <a:ext uri="{FF2B5EF4-FFF2-40B4-BE49-F238E27FC236}">
                      <a16:creationId xmlns:a16="http://schemas.microsoft.com/office/drawing/2014/main" id="{A4322CC4-6C2D-F18B-487F-B75A24F212E3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328248" y="1569340"/>
                  <a:ext cx="486693" cy="750377"/>
                  <a:chOff x="8328248" y="1569340"/>
                  <a:chExt cx="486693" cy="750377"/>
                </a:xfrm>
              </p:grpSpPr>
              <p:sp>
                <p:nvSpPr>
                  <p:cNvPr id="27" name="PL BG Blue">
                    <a:extLst>
                      <a:ext uri="{FF2B5EF4-FFF2-40B4-BE49-F238E27FC236}">
                        <a16:creationId xmlns:a16="http://schemas.microsoft.com/office/drawing/2014/main" id="{2C62562E-D8E8-59C0-A4DC-757836533E34}"/>
                      </a:ext>
                    </a:extLst>
                  </p:cNvPr>
                  <p:cNvSpPr/>
                  <p:nvPr/>
                </p:nvSpPr>
                <p:spPr>
                  <a:xfrm>
                    <a:off x="8328248" y="1569340"/>
                    <a:ext cx="486693" cy="750377"/>
                  </a:xfrm>
                  <a:prstGeom prst="roundRect">
                    <a:avLst>
                      <a:gd name="adj" fmla="val 26461"/>
                    </a:avLst>
                  </a:prstGeom>
                  <a:gradFill flip="none" rotWithShape="1">
                    <a:gsLst>
                      <a:gs pos="0">
                        <a:srgbClr val="00B0F0">
                          <a:shade val="30000"/>
                          <a:satMod val="115000"/>
                        </a:srgbClr>
                      </a:gs>
                      <a:gs pos="100000">
                        <a:srgbClr val="00B0F0">
                          <a:shade val="100000"/>
                          <a:satMod val="115000"/>
                        </a:srgbClr>
                      </a:gs>
                    </a:gsLst>
                    <a:lin ang="0" scaled="1"/>
                    <a:tileRect/>
                  </a:gradFill>
                  <a:ln w="25400" cap="flat" cmpd="sng" algn="ctr">
                    <a:noFill/>
                    <a:prstDash val="solid"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vert="vert270" wrap="none" lIns="0" tIns="0" rIns="0" bIns="0" rtlCol="0" anchor="t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200" b="1" i="0" u="none" strike="noStrike" kern="100" cap="none" spc="-5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rPr>
                      <a:t>HTTP API</a:t>
                    </a:r>
                  </a:p>
                </p:txBody>
              </p:sp>
              <p:grpSp>
                <p:nvGrpSpPr>
                  <p:cNvPr id="28" name="Box Dock">
                    <a:extLst>
                      <a:ext uri="{FF2B5EF4-FFF2-40B4-BE49-F238E27FC236}">
                        <a16:creationId xmlns:a16="http://schemas.microsoft.com/office/drawing/2014/main" id="{684EDD85-BC3B-FCF2-3CEF-D0365945D62C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328248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29" name="PL Dock BB">
                      <a:extLst>
                        <a:ext uri="{FF2B5EF4-FFF2-40B4-BE49-F238E27FC236}">
                          <a16:creationId xmlns:a16="http://schemas.microsoft.com/office/drawing/2014/main" id="{E5603198-4964-D86B-C26F-D2870705836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" name="PL Dock BM">
                      <a:extLst>
                        <a:ext uri="{FF2B5EF4-FFF2-40B4-BE49-F238E27FC236}">
                          <a16:creationId xmlns:a16="http://schemas.microsoft.com/office/drawing/2014/main" id="{55D4314C-053A-A6CA-B032-15EBE588C721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1" name="PL Dock MM">
                      <a:extLst>
                        <a:ext uri="{FF2B5EF4-FFF2-40B4-BE49-F238E27FC236}">
                          <a16:creationId xmlns:a16="http://schemas.microsoft.com/office/drawing/2014/main" id="{32C46A75-A7B8-E99B-2F08-775E81180DF1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2" name="PL Dock TM">
                      <a:extLst>
                        <a:ext uri="{FF2B5EF4-FFF2-40B4-BE49-F238E27FC236}">
                          <a16:creationId xmlns:a16="http://schemas.microsoft.com/office/drawing/2014/main" id="{26351C76-7925-2696-CDF2-2C5DC459909A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3" name="PL Dock TT">
                      <a:extLst>
                        <a:ext uri="{FF2B5EF4-FFF2-40B4-BE49-F238E27FC236}">
                          <a16:creationId xmlns:a16="http://schemas.microsoft.com/office/drawing/2014/main" id="{21C1E3BE-6340-19AD-6EDD-670B6935D6DE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24" name="BLL">
                  <a:extLst>
                    <a:ext uri="{FF2B5EF4-FFF2-40B4-BE49-F238E27FC236}">
                      <a16:creationId xmlns:a16="http://schemas.microsoft.com/office/drawing/2014/main" id="{C9424EF2-5F1B-EFE3-2B7F-BD69E7E40781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8590275" y="1632089"/>
                  <a:ext cx="977716" cy="624878"/>
                  <a:chOff x="8590275" y="1632089"/>
                  <a:chExt cx="977716" cy="624878"/>
                </a:xfrm>
              </p:grpSpPr>
              <p:sp>
                <p:nvSpPr>
                  <p:cNvPr id="25" name="BLL BG White">
                    <a:extLst>
                      <a:ext uri="{FF2B5EF4-FFF2-40B4-BE49-F238E27FC236}">
                        <a16:creationId xmlns:a16="http://schemas.microsoft.com/office/drawing/2014/main" id="{367BA750-83D0-B413-D080-867D779BD7CC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590275" y="1632089"/>
                    <a:ext cx="977716" cy="624878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6" name="BLL BG White">
                    <a:extLst>
                      <a:ext uri="{FF2B5EF4-FFF2-40B4-BE49-F238E27FC236}">
                        <a16:creationId xmlns:a16="http://schemas.microsoft.com/office/drawing/2014/main" id="{59E158B8-8D35-0FA0-84A8-C0B78393C9E1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616672" y="1654783"/>
                    <a:ext cx="924923" cy="579490"/>
                  </a:xfrm>
                  <a:prstGeom prst="roundRect">
                    <a:avLst/>
                  </a:prstGeom>
                  <a:noFill/>
                  <a:ln>
                    <a:solidFill>
                      <a:srgbClr val="FF9C4B"/>
                    </a:solidFill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</p:grpSp>
          </p:grpSp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37754DFE-31E3-F001-7624-18D9930B3988}"/>
                  </a:ext>
                </a:extLst>
              </p:cNvPr>
              <p:cNvSpPr txBox="1"/>
              <p:nvPr/>
            </p:nvSpPr>
            <p:spPr>
              <a:xfrm>
                <a:off x="6012623" y="2287032"/>
                <a:ext cx="1574621" cy="424732"/>
              </a:xfrm>
              <a:prstGeom prst="rect">
                <a:avLst/>
              </a:prstGeom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ctr">
                  <a:lnSpc>
                    <a:spcPct val="90000"/>
                  </a:lnSpc>
                  <a:defRPr sz="1200" kern="0"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Calibri" pitchFamily="34" charset="0"/>
                    <a:cs typeface="Calibri" pitchFamily="34" charset="0"/>
                  </a:defRPr>
                </a:lvl1pPr>
              </a:lstStyle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effectLst/>
                    <a:uLnTx/>
                    <a:uFillTx/>
                    <a:latin typeface="Calibri" pitchFamily="34" charset="0"/>
                    <a:ea typeface="+mn-ea"/>
                    <a:cs typeface="Calibri" pitchFamily="34" charset="0"/>
                  </a:rPr>
                  <a:t>Product Information Service</a:t>
                </a:r>
              </a:p>
            </p:txBody>
          </p:sp>
        </p:grpSp>
        <p:pic>
          <p:nvPicPr>
            <p:cNvPr id="18" name="Grafik 17">
              <a:extLst>
                <a:ext uri="{FF2B5EF4-FFF2-40B4-BE49-F238E27FC236}">
                  <a16:creationId xmlns:a16="http://schemas.microsoft.com/office/drawing/2014/main" id="{A0002141-A634-F50E-D2A0-65B9D9BF18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68593" y="1621122"/>
              <a:ext cx="457576" cy="455738"/>
            </a:xfrm>
            <a:prstGeom prst="rect">
              <a:avLst/>
            </a:prstGeom>
          </p:spPr>
        </p:pic>
      </p:grp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A50D1B70-478D-41A1-1184-02A3F3DE2D07}"/>
              </a:ext>
            </a:extLst>
          </p:cNvPr>
          <p:cNvCxnSpPr>
            <a:cxnSpLocks/>
            <a:stCxn id="77" idx="3"/>
            <a:endCxn id="108" idx="1"/>
          </p:cNvCxnSpPr>
          <p:nvPr/>
        </p:nvCxnSpPr>
        <p:spPr>
          <a:xfrm>
            <a:off x="9916288" y="6281937"/>
            <a:ext cx="2265500" cy="0"/>
          </a:xfrm>
          <a:prstGeom prst="straightConnector1">
            <a:avLst/>
          </a:prstGeom>
          <a:ln w="28575">
            <a:solidFill>
              <a:srgbClr val="FF07AC"/>
            </a:solidFill>
            <a:prstDash val="sysDot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5" name="Gruppieren 54">
            <a:extLst>
              <a:ext uri="{FF2B5EF4-FFF2-40B4-BE49-F238E27FC236}">
                <a16:creationId xmlns:a16="http://schemas.microsoft.com/office/drawing/2014/main" id="{5DFC5951-DFDD-A722-B1D3-A3002DF720C2}"/>
              </a:ext>
            </a:extLst>
          </p:cNvPr>
          <p:cNvGrpSpPr/>
          <p:nvPr/>
        </p:nvGrpSpPr>
        <p:grpSpPr>
          <a:xfrm>
            <a:off x="8578788" y="5860933"/>
            <a:ext cx="1574621" cy="1117576"/>
            <a:chOff x="6012623" y="1427988"/>
            <a:chExt cx="1574621" cy="1117576"/>
          </a:xfrm>
        </p:grpSpPr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F91E7BBA-DC27-AF3C-5A18-39B5AB52ED44}"/>
                </a:ext>
              </a:extLst>
            </p:cNvPr>
            <p:cNvGrpSpPr/>
            <p:nvPr/>
          </p:nvGrpSpPr>
          <p:grpSpPr>
            <a:xfrm>
              <a:off x="6012623" y="1427988"/>
              <a:ext cx="1574621" cy="1117576"/>
              <a:chOff x="6012623" y="1427988"/>
              <a:chExt cx="1574621" cy="1117576"/>
            </a:xfrm>
          </p:grpSpPr>
          <p:grpSp>
            <p:nvGrpSpPr>
              <p:cNvPr id="58" name="Gruppieren 57">
                <a:extLst>
                  <a:ext uri="{FF2B5EF4-FFF2-40B4-BE49-F238E27FC236}">
                    <a16:creationId xmlns:a16="http://schemas.microsoft.com/office/drawing/2014/main" id="{E9ABEF42-5106-8B83-53E2-34EE9C48042E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6049526" y="1427988"/>
                <a:ext cx="1342618" cy="842006"/>
                <a:chOff x="8328248" y="1523525"/>
                <a:chExt cx="1342618" cy="842006"/>
              </a:xfrm>
              <a:effectLst/>
            </p:grpSpPr>
            <p:grpSp>
              <p:nvGrpSpPr>
                <p:cNvPr id="60" name="Gruppieren 59">
                  <a:extLst>
                    <a:ext uri="{FF2B5EF4-FFF2-40B4-BE49-F238E27FC236}">
                      <a16:creationId xmlns:a16="http://schemas.microsoft.com/office/drawing/2014/main" id="{27645C44-3026-2BAF-475D-12D74C1615D7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487615" y="1523525"/>
                  <a:ext cx="1183251" cy="842006"/>
                  <a:chOff x="8487615" y="1523525"/>
                  <a:chExt cx="1183251" cy="842006"/>
                </a:xfrm>
              </p:grpSpPr>
              <p:sp>
                <p:nvSpPr>
                  <p:cNvPr id="80" name="Box BG Black">
                    <a:extLst>
                      <a:ext uri="{FF2B5EF4-FFF2-40B4-BE49-F238E27FC236}">
                        <a16:creationId xmlns:a16="http://schemas.microsoft.com/office/drawing/2014/main" id="{9932232B-659D-29A1-2BC6-8F2A2E0AFEDE}"/>
                      </a:ext>
                    </a:extLst>
                  </p:cNvPr>
                  <p:cNvSpPr/>
                  <p:nvPr/>
                </p:nvSpPr>
                <p:spPr>
                  <a:xfrm>
                    <a:off x="8487615" y="1523525"/>
                    <a:ext cx="1183036" cy="842006"/>
                  </a:xfrm>
                  <a:prstGeom prst="roundRect">
                    <a:avLst/>
                  </a:prstGeom>
                  <a:solidFill>
                    <a:schemeClr val="tx1">
                      <a:lumMod val="75000"/>
                      <a:lumOff val="25000"/>
                    </a:schemeClr>
                  </a:solidFill>
                  <a:ln>
                    <a:noFill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81" name="Box Dock">
                    <a:extLst>
                      <a:ext uri="{FF2B5EF4-FFF2-40B4-BE49-F238E27FC236}">
                        <a16:creationId xmlns:a16="http://schemas.microsoft.com/office/drawing/2014/main" id="{17EDE75A-E276-E2E9-691A-CEF5EDDB0EA2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85412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88" name="Box Dock BB">
                      <a:extLst>
                        <a:ext uri="{FF2B5EF4-FFF2-40B4-BE49-F238E27FC236}">
                          <a16:creationId xmlns:a16="http://schemas.microsoft.com/office/drawing/2014/main" id="{16291BC9-109D-5CB9-F570-06052B6B6C68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89" name="Box Dock TT">
                      <a:extLst>
                        <a:ext uri="{FF2B5EF4-FFF2-40B4-BE49-F238E27FC236}">
                          <a16:creationId xmlns:a16="http://schemas.microsoft.com/office/drawing/2014/main" id="{F472D4B3-CEC0-70D7-F1DA-734992D3BB7A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90" name="Box Dock TM">
                      <a:extLst>
                        <a:ext uri="{FF2B5EF4-FFF2-40B4-BE49-F238E27FC236}">
                          <a16:creationId xmlns:a16="http://schemas.microsoft.com/office/drawing/2014/main" id="{E9A1E5AA-8D5B-56D7-BED1-C1147DF7E1A8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91" name="Box Dock BM">
                      <a:extLst>
                        <a:ext uri="{FF2B5EF4-FFF2-40B4-BE49-F238E27FC236}">
                          <a16:creationId xmlns:a16="http://schemas.microsoft.com/office/drawing/2014/main" id="{9F7926DE-A639-56CE-1227-6728D86F8D3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92" name="Box Dock TM">
                      <a:extLst>
                        <a:ext uri="{FF2B5EF4-FFF2-40B4-BE49-F238E27FC236}">
                          <a16:creationId xmlns:a16="http://schemas.microsoft.com/office/drawing/2014/main" id="{04BBB1CE-D68C-E10A-33F3-43F5075739D1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  <p:grpSp>
                <p:nvGrpSpPr>
                  <p:cNvPr id="82" name="Box Dock">
                    <a:extLst>
                      <a:ext uri="{FF2B5EF4-FFF2-40B4-BE49-F238E27FC236}">
                        <a16:creationId xmlns:a16="http://schemas.microsoft.com/office/drawing/2014/main" id="{01FC0FBF-C6F4-D46A-0F8E-FDCF1BFC97E7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487615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83" name="Box Dock BB">
                      <a:extLst>
                        <a:ext uri="{FF2B5EF4-FFF2-40B4-BE49-F238E27FC236}">
                          <a16:creationId xmlns:a16="http://schemas.microsoft.com/office/drawing/2014/main" id="{4226C1AC-5B8C-516F-84CD-F34BB2169C2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84" name="Box Dock TT">
                      <a:extLst>
                        <a:ext uri="{FF2B5EF4-FFF2-40B4-BE49-F238E27FC236}">
                          <a16:creationId xmlns:a16="http://schemas.microsoft.com/office/drawing/2014/main" id="{C7541C2A-D14E-5A5D-F77C-8BE6614F0AC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85" name="Box Dock TM">
                      <a:extLst>
                        <a:ext uri="{FF2B5EF4-FFF2-40B4-BE49-F238E27FC236}">
                          <a16:creationId xmlns:a16="http://schemas.microsoft.com/office/drawing/2014/main" id="{E9BD26F6-BF9C-A432-3DE6-931777EA925F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86" name="Box Dock BM">
                      <a:extLst>
                        <a:ext uri="{FF2B5EF4-FFF2-40B4-BE49-F238E27FC236}">
                          <a16:creationId xmlns:a16="http://schemas.microsoft.com/office/drawing/2014/main" id="{84A8B1B6-B99E-7D4D-F986-9B650F0096B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87" name="Box Dock TM">
                      <a:extLst>
                        <a:ext uri="{FF2B5EF4-FFF2-40B4-BE49-F238E27FC236}">
                          <a16:creationId xmlns:a16="http://schemas.microsoft.com/office/drawing/2014/main" id="{84CE9652-5D4D-8BBE-3FF4-6F627351FA5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61" name="Gruppieren 60">
                  <a:extLst>
                    <a:ext uri="{FF2B5EF4-FFF2-40B4-BE49-F238E27FC236}">
                      <a16:creationId xmlns:a16="http://schemas.microsoft.com/office/drawing/2014/main" id="{582DF717-17F8-E9C8-83EA-4AF4FE0CF72D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9345471" y="1569340"/>
                  <a:ext cx="283804" cy="750377"/>
                  <a:chOff x="9345471" y="1569340"/>
                  <a:chExt cx="283804" cy="750377"/>
                </a:xfrm>
              </p:grpSpPr>
              <p:sp>
                <p:nvSpPr>
                  <p:cNvPr id="73" name="Box BG Black">
                    <a:extLst>
                      <a:ext uri="{FF2B5EF4-FFF2-40B4-BE49-F238E27FC236}">
                        <a16:creationId xmlns:a16="http://schemas.microsoft.com/office/drawing/2014/main" id="{8BECF3E7-C202-4BAA-FBDB-5E18BB0CD393}"/>
                      </a:ext>
                    </a:extLst>
                  </p:cNvPr>
                  <p:cNvSpPr/>
                  <p:nvPr/>
                </p:nvSpPr>
                <p:spPr>
                  <a:xfrm>
                    <a:off x="9345471" y="1569340"/>
                    <a:ext cx="283804" cy="750377"/>
                  </a:xfrm>
                  <a:prstGeom prst="roundRect">
                    <a:avLst>
                      <a:gd name="adj" fmla="val 50000"/>
                    </a:avLst>
                  </a:prstGeom>
                  <a:gradFill flip="none" rotWithShape="1">
                    <a:gsLst>
                      <a:gs pos="0">
                        <a:srgbClr val="604A7B"/>
                      </a:gs>
                      <a:gs pos="100000">
                        <a:srgbClr val="FF07ED"/>
                      </a:gs>
                    </a:gsLst>
                    <a:lin ang="0" scaled="1"/>
                    <a:tileRect/>
                  </a:gradFill>
                  <a:ln w="25400" cap="flat" cmpd="sng" algn="ctr">
                    <a:noFill/>
                    <a:prstDash val="solid"/>
                  </a:ln>
                  <a:effectLst/>
                </p:spPr>
                <p:txBody>
                  <a:bodyPr vert="vert270" lIns="36000" rtlCol="0" anchor="t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300" b="1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74" name="Box Dock">
                    <a:extLst>
                      <a:ext uri="{FF2B5EF4-FFF2-40B4-BE49-F238E27FC236}">
                        <a16:creationId xmlns:a16="http://schemas.microsoft.com/office/drawing/2014/main" id="{416DED10-77F1-C53E-AF60-DB1653124237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43391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75" name="DAL Dock BB">
                      <a:extLst>
                        <a:ext uri="{FF2B5EF4-FFF2-40B4-BE49-F238E27FC236}">
                          <a16:creationId xmlns:a16="http://schemas.microsoft.com/office/drawing/2014/main" id="{EC2ADEEB-E383-17C6-435E-C258BA9F3098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76" name="DAL Dock BM">
                      <a:extLst>
                        <a:ext uri="{FF2B5EF4-FFF2-40B4-BE49-F238E27FC236}">
                          <a16:creationId xmlns:a16="http://schemas.microsoft.com/office/drawing/2014/main" id="{934BB213-4ECD-98E9-A66B-3B5D9C1986AF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77" name="DAL Dock MM">
                      <a:extLst>
                        <a:ext uri="{FF2B5EF4-FFF2-40B4-BE49-F238E27FC236}">
                          <a16:creationId xmlns:a16="http://schemas.microsoft.com/office/drawing/2014/main" id="{AF25AEE1-0D20-2B34-9CAD-AEACFA442412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78" name="DAL Dock TM">
                      <a:extLst>
                        <a:ext uri="{FF2B5EF4-FFF2-40B4-BE49-F238E27FC236}">
                          <a16:creationId xmlns:a16="http://schemas.microsoft.com/office/drawing/2014/main" id="{A8A7AA66-1463-FF9E-7FC5-E2187297B17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79" name="DAL Dock TT">
                      <a:extLst>
                        <a:ext uri="{FF2B5EF4-FFF2-40B4-BE49-F238E27FC236}">
                          <a16:creationId xmlns:a16="http://schemas.microsoft.com/office/drawing/2014/main" id="{F1DE8D51-BD4B-788F-50C5-5C9A5C63A6F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62" name="Gruppieren 61">
                  <a:extLst>
                    <a:ext uri="{FF2B5EF4-FFF2-40B4-BE49-F238E27FC236}">
                      <a16:creationId xmlns:a16="http://schemas.microsoft.com/office/drawing/2014/main" id="{B2D05EF7-87ED-D8B3-4866-1A1116889198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328248" y="1569340"/>
                  <a:ext cx="486693" cy="750377"/>
                  <a:chOff x="8328248" y="1569340"/>
                  <a:chExt cx="486693" cy="750377"/>
                </a:xfrm>
              </p:grpSpPr>
              <p:sp>
                <p:nvSpPr>
                  <p:cNvPr id="66" name="PL BG Blue">
                    <a:extLst>
                      <a:ext uri="{FF2B5EF4-FFF2-40B4-BE49-F238E27FC236}">
                        <a16:creationId xmlns:a16="http://schemas.microsoft.com/office/drawing/2014/main" id="{502F4073-6820-5BC8-C877-59604DBF1CCB}"/>
                      </a:ext>
                    </a:extLst>
                  </p:cNvPr>
                  <p:cNvSpPr/>
                  <p:nvPr/>
                </p:nvSpPr>
                <p:spPr>
                  <a:xfrm>
                    <a:off x="8328248" y="1569340"/>
                    <a:ext cx="486693" cy="750377"/>
                  </a:xfrm>
                  <a:prstGeom prst="roundRect">
                    <a:avLst>
                      <a:gd name="adj" fmla="val 26461"/>
                    </a:avLst>
                  </a:prstGeom>
                  <a:gradFill flip="none" rotWithShape="1">
                    <a:gsLst>
                      <a:gs pos="0">
                        <a:srgbClr val="00B0F0">
                          <a:shade val="30000"/>
                          <a:satMod val="115000"/>
                        </a:srgbClr>
                      </a:gs>
                      <a:gs pos="100000">
                        <a:srgbClr val="00B0F0">
                          <a:shade val="100000"/>
                          <a:satMod val="115000"/>
                        </a:srgbClr>
                      </a:gs>
                    </a:gsLst>
                    <a:lin ang="0" scaled="1"/>
                    <a:tileRect/>
                  </a:gradFill>
                  <a:ln w="25400" cap="flat" cmpd="sng" algn="ctr">
                    <a:noFill/>
                    <a:prstDash val="solid"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vert="vert270" wrap="none" lIns="0" tIns="0" rIns="0" bIns="0" rtlCol="0" anchor="t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200" b="1" i="0" u="none" strike="noStrike" kern="100" cap="none" spc="-5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rPr>
                      <a:t>HTTP API</a:t>
                    </a:r>
                  </a:p>
                </p:txBody>
              </p:sp>
              <p:grpSp>
                <p:nvGrpSpPr>
                  <p:cNvPr id="67" name="Box Dock">
                    <a:extLst>
                      <a:ext uri="{FF2B5EF4-FFF2-40B4-BE49-F238E27FC236}">
                        <a16:creationId xmlns:a16="http://schemas.microsoft.com/office/drawing/2014/main" id="{1DC6ACC6-CCB9-C08F-9B18-AC3CC72DFF91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328248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68" name="PL Dock BB">
                      <a:extLst>
                        <a:ext uri="{FF2B5EF4-FFF2-40B4-BE49-F238E27FC236}">
                          <a16:creationId xmlns:a16="http://schemas.microsoft.com/office/drawing/2014/main" id="{141138D6-23B6-19BB-C34E-E5F79860205F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69" name="PL Dock BM">
                      <a:extLst>
                        <a:ext uri="{FF2B5EF4-FFF2-40B4-BE49-F238E27FC236}">
                          <a16:creationId xmlns:a16="http://schemas.microsoft.com/office/drawing/2014/main" id="{AA1E1FF1-9D63-263B-9969-8467980A112C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70" name="PL Dock MM">
                      <a:extLst>
                        <a:ext uri="{FF2B5EF4-FFF2-40B4-BE49-F238E27FC236}">
                          <a16:creationId xmlns:a16="http://schemas.microsoft.com/office/drawing/2014/main" id="{C41EEE99-DD09-109F-F85C-862E672A9845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71" name="PL Dock TM">
                      <a:extLst>
                        <a:ext uri="{FF2B5EF4-FFF2-40B4-BE49-F238E27FC236}">
                          <a16:creationId xmlns:a16="http://schemas.microsoft.com/office/drawing/2014/main" id="{84BC94DB-FEE8-0D55-EC89-CBB88A59B1FE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72" name="PL Dock TT">
                      <a:extLst>
                        <a:ext uri="{FF2B5EF4-FFF2-40B4-BE49-F238E27FC236}">
                          <a16:creationId xmlns:a16="http://schemas.microsoft.com/office/drawing/2014/main" id="{CE54A2AA-4FEF-F1AD-A54C-36C6A22FB6D8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63" name="BLL">
                  <a:extLst>
                    <a:ext uri="{FF2B5EF4-FFF2-40B4-BE49-F238E27FC236}">
                      <a16:creationId xmlns:a16="http://schemas.microsoft.com/office/drawing/2014/main" id="{5D9C0328-F90C-91B4-607F-A5C4A1263EEE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8590275" y="1632089"/>
                  <a:ext cx="977716" cy="624878"/>
                  <a:chOff x="8590275" y="1632089"/>
                  <a:chExt cx="977716" cy="624878"/>
                </a:xfrm>
              </p:grpSpPr>
              <p:sp>
                <p:nvSpPr>
                  <p:cNvPr id="64" name="BLL BG White">
                    <a:extLst>
                      <a:ext uri="{FF2B5EF4-FFF2-40B4-BE49-F238E27FC236}">
                        <a16:creationId xmlns:a16="http://schemas.microsoft.com/office/drawing/2014/main" id="{2264E5E1-8C2E-891B-846E-FAD3292E9EE3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590275" y="1632089"/>
                    <a:ext cx="977716" cy="624878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65" name="BLL BG White">
                    <a:extLst>
                      <a:ext uri="{FF2B5EF4-FFF2-40B4-BE49-F238E27FC236}">
                        <a16:creationId xmlns:a16="http://schemas.microsoft.com/office/drawing/2014/main" id="{70F16BCE-BC17-B7D7-1499-128966259B66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616672" y="1654783"/>
                    <a:ext cx="924923" cy="579490"/>
                  </a:xfrm>
                  <a:prstGeom prst="roundRect">
                    <a:avLst/>
                  </a:prstGeom>
                  <a:noFill/>
                  <a:ln>
                    <a:solidFill>
                      <a:srgbClr val="FF9C4B"/>
                    </a:solidFill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</p:grpSp>
          </p:grpSp>
          <p:sp>
            <p:nvSpPr>
              <p:cNvPr id="59" name="Textfeld 58">
                <a:extLst>
                  <a:ext uri="{FF2B5EF4-FFF2-40B4-BE49-F238E27FC236}">
                    <a16:creationId xmlns:a16="http://schemas.microsoft.com/office/drawing/2014/main" id="{4DDDFE37-860A-61D3-9338-75151A63FCFA}"/>
                  </a:ext>
                </a:extLst>
              </p:cNvPr>
              <p:cNvSpPr txBox="1"/>
              <p:nvPr/>
            </p:nvSpPr>
            <p:spPr>
              <a:xfrm>
                <a:off x="6012623" y="2287032"/>
                <a:ext cx="1574621" cy="258532"/>
              </a:xfrm>
              <a:prstGeom prst="rect">
                <a:avLst/>
              </a:prstGeom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ctr">
                  <a:lnSpc>
                    <a:spcPct val="90000"/>
                  </a:lnSpc>
                  <a:defRPr sz="1200" kern="0"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Calibri" pitchFamily="34" charset="0"/>
                    <a:cs typeface="Calibri" pitchFamily="34" charset="0"/>
                  </a:defRPr>
                </a:lvl1pPr>
              </a:lstStyle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effectLst/>
                    <a:uLnTx/>
                    <a:uFillTx/>
                    <a:latin typeface="Calibri" pitchFamily="34" charset="0"/>
                    <a:ea typeface="+mn-ea"/>
                    <a:cs typeface="Calibri" pitchFamily="34" charset="0"/>
                  </a:rPr>
                  <a:t>Shopping Cart Service</a:t>
                </a:r>
              </a:p>
            </p:txBody>
          </p:sp>
        </p:grpSp>
        <p:pic>
          <p:nvPicPr>
            <p:cNvPr id="57" name="Grafik 56">
              <a:extLst>
                <a:ext uri="{FF2B5EF4-FFF2-40B4-BE49-F238E27FC236}">
                  <a16:creationId xmlns:a16="http://schemas.microsoft.com/office/drawing/2014/main" id="{942BBE13-0516-4AD4-45E4-FE81D21129B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68593" y="1621122"/>
              <a:ext cx="457576" cy="455738"/>
            </a:xfrm>
            <a:prstGeom prst="rect">
              <a:avLst/>
            </a:prstGeom>
          </p:spPr>
        </p:pic>
      </p:grpSp>
      <p:grpSp>
        <p:nvGrpSpPr>
          <p:cNvPr id="129" name="Gruppieren 128">
            <a:extLst>
              <a:ext uri="{FF2B5EF4-FFF2-40B4-BE49-F238E27FC236}">
                <a16:creationId xmlns:a16="http://schemas.microsoft.com/office/drawing/2014/main" id="{C567675D-3F84-D439-FC37-DCE0CA2A0CC5}"/>
              </a:ext>
            </a:extLst>
          </p:cNvPr>
          <p:cNvGrpSpPr/>
          <p:nvPr/>
        </p:nvGrpSpPr>
        <p:grpSpPr>
          <a:xfrm>
            <a:off x="5777372" y="3677682"/>
            <a:ext cx="604800" cy="1189325"/>
            <a:chOff x="7495424" y="393912"/>
            <a:chExt cx="604800" cy="1189325"/>
          </a:xfrm>
        </p:grpSpPr>
        <p:sp>
          <p:nvSpPr>
            <p:cNvPr id="130" name="Gleichschenkliges Dreieck 129">
              <a:extLst>
                <a:ext uri="{FF2B5EF4-FFF2-40B4-BE49-F238E27FC236}">
                  <a16:creationId xmlns:a16="http://schemas.microsoft.com/office/drawing/2014/main" id="{DB2BDE7F-EAA9-B561-C66D-8CB8250C71DF}"/>
                </a:ext>
              </a:extLst>
            </p:cNvPr>
            <p:cNvSpPr/>
            <p:nvPr/>
          </p:nvSpPr>
          <p:spPr bwMode="gray">
            <a:xfrm rot="10800000">
              <a:off x="7642792" y="889935"/>
              <a:ext cx="310065" cy="693302"/>
            </a:xfrm>
            <a:prstGeom prst="triangle">
              <a:avLst/>
            </a:prstGeom>
            <a:solidFill>
              <a:srgbClr val="00B0F0"/>
            </a:solidFill>
            <a:ln w="952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32000" tIns="0" rIns="0" bIns="0"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sp>
          <p:nvSpPr>
            <p:cNvPr id="131" name="Rechteck 130">
              <a:extLst>
                <a:ext uri="{FF2B5EF4-FFF2-40B4-BE49-F238E27FC236}">
                  <a16:creationId xmlns:a16="http://schemas.microsoft.com/office/drawing/2014/main" id="{457E4ED4-47E1-A474-C108-F9AD0525F8EA}"/>
                </a:ext>
              </a:extLst>
            </p:cNvPr>
            <p:cNvSpPr/>
            <p:nvPr/>
          </p:nvSpPr>
          <p:spPr bwMode="gray">
            <a:xfrm>
              <a:off x="7495424" y="393912"/>
              <a:ext cx="604800" cy="605665"/>
            </a:xfrm>
            <a:prstGeom prst="rect">
              <a:avLst/>
            </a:prstGeom>
            <a:solidFill>
              <a:srgbClr val="00B0F0"/>
            </a:solidFill>
            <a:ln w="952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32000" tIns="0" rIns="0" bIns="0"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grpSp>
          <p:nvGrpSpPr>
            <p:cNvPr id="132" name="Gruppieren 131">
              <a:extLst>
                <a:ext uri="{FF2B5EF4-FFF2-40B4-BE49-F238E27FC236}">
                  <a16:creationId xmlns:a16="http://schemas.microsoft.com/office/drawing/2014/main" id="{55E402B6-FA30-C1FA-208A-0F092FCC70C7}"/>
                </a:ext>
              </a:extLst>
            </p:cNvPr>
            <p:cNvGrpSpPr/>
            <p:nvPr/>
          </p:nvGrpSpPr>
          <p:grpSpPr>
            <a:xfrm>
              <a:off x="7610878" y="553751"/>
              <a:ext cx="373893" cy="285986"/>
              <a:chOff x="4589345" y="2396833"/>
              <a:chExt cx="373893" cy="285986"/>
            </a:xfrm>
          </p:grpSpPr>
          <p:sp>
            <p:nvSpPr>
              <p:cNvPr id="133" name="Freihandform: Form 132">
                <a:extLst>
                  <a:ext uri="{FF2B5EF4-FFF2-40B4-BE49-F238E27FC236}">
                    <a16:creationId xmlns:a16="http://schemas.microsoft.com/office/drawing/2014/main" id="{B4E5164E-F025-360C-AC55-464528ED0D2D}"/>
                  </a:ext>
                </a:extLst>
              </p:cNvPr>
              <p:cNvSpPr/>
              <p:nvPr/>
            </p:nvSpPr>
            <p:spPr>
              <a:xfrm>
                <a:off x="4639960" y="2473309"/>
                <a:ext cx="272663" cy="79690"/>
              </a:xfrm>
              <a:custGeom>
                <a:avLst/>
                <a:gdLst>
                  <a:gd name="connsiteX0" fmla="*/ 152068 w 272663"/>
                  <a:gd name="connsiteY0" fmla="*/ 15934 h 79690"/>
                  <a:gd name="connsiteX1" fmla="*/ 171418 w 272663"/>
                  <a:gd name="connsiteY1" fmla="*/ 35286 h 79690"/>
                  <a:gd name="connsiteX2" fmla="*/ 171418 w 272663"/>
                  <a:gd name="connsiteY2" fmla="*/ 44427 h 79690"/>
                  <a:gd name="connsiteX3" fmla="*/ 152068 w 272663"/>
                  <a:gd name="connsiteY3" fmla="*/ 63777 h 79690"/>
                  <a:gd name="connsiteX4" fmla="*/ 142927 w 272663"/>
                  <a:gd name="connsiteY4" fmla="*/ 63705 h 79690"/>
                  <a:gd name="connsiteX5" fmla="*/ 143001 w 272663"/>
                  <a:gd name="connsiteY5" fmla="*/ 54563 h 79690"/>
                  <a:gd name="connsiteX6" fmla="*/ 150372 w 272663"/>
                  <a:gd name="connsiteY6" fmla="*/ 47190 h 79690"/>
                  <a:gd name="connsiteX7" fmla="*/ 99360 w 272663"/>
                  <a:gd name="connsiteY7" fmla="*/ 47190 h 79690"/>
                  <a:gd name="connsiteX8" fmla="*/ 99360 w 272663"/>
                  <a:gd name="connsiteY8" fmla="*/ 32448 h 79690"/>
                  <a:gd name="connsiteX9" fmla="*/ 150335 w 272663"/>
                  <a:gd name="connsiteY9" fmla="*/ 32448 h 79690"/>
                  <a:gd name="connsiteX10" fmla="*/ 142964 w 272663"/>
                  <a:gd name="connsiteY10" fmla="*/ 25075 h 79690"/>
                  <a:gd name="connsiteX11" fmla="*/ 142945 w 272663"/>
                  <a:gd name="connsiteY11" fmla="*/ 15953 h 79690"/>
                  <a:gd name="connsiteX12" fmla="*/ 152068 w 272663"/>
                  <a:gd name="connsiteY12" fmla="*/ 15934 h 79690"/>
                  <a:gd name="connsiteX13" fmla="*/ 232154 w 272663"/>
                  <a:gd name="connsiteY13" fmla="*/ 0 h 79690"/>
                  <a:gd name="connsiteX14" fmla="*/ 272663 w 272663"/>
                  <a:gd name="connsiteY14" fmla="*/ 39182 h 79690"/>
                  <a:gd name="connsiteX15" fmla="*/ 232154 w 272663"/>
                  <a:gd name="connsiteY15" fmla="*/ 79690 h 79690"/>
                  <a:gd name="connsiteX16" fmla="*/ 191646 w 272663"/>
                  <a:gd name="connsiteY16" fmla="*/ 39182 h 79690"/>
                  <a:gd name="connsiteX17" fmla="*/ 40507 w 272663"/>
                  <a:gd name="connsiteY17" fmla="*/ 0 h 79690"/>
                  <a:gd name="connsiteX18" fmla="*/ 81016 w 272663"/>
                  <a:gd name="connsiteY18" fmla="*/ 39182 h 79690"/>
                  <a:gd name="connsiteX19" fmla="*/ 40507 w 272663"/>
                  <a:gd name="connsiteY19" fmla="*/ 79690 h 79690"/>
                  <a:gd name="connsiteX20" fmla="*/ 0 w 272663"/>
                  <a:gd name="connsiteY20" fmla="*/ 39182 h 79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272663" h="79690">
                    <a:moveTo>
                      <a:pt x="152068" y="15934"/>
                    </a:moveTo>
                    <a:lnTo>
                      <a:pt x="171418" y="35286"/>
                    </a:lnTo>
                    <a:cubicBezTo>
                      <a:pt x="173929" y="37816"/>
                      <a:pt x="173929" y="41897"/>
                      <a:pt x="171418" y="44427"/>
                    </a:cubicBezTo>
                    <a:lnTo>
                      <a:pt x="152068" y="63777"/>
                    </a:lnTo>
                    <a:cubicBezTo>
                      <a:pt x="149523" y="66282"/>
                      <a:pt x="145431" y="66249"/>
                      <a:pt x="142927" y="63705"/>
                    </a:cubicBezTo>
                    <a:cubicBezTo>
                      <a:pt x="140423" y="61159"/>
                      <a:pt x="140456" y="57066"/>
                      <a:pt x="143001" y="54563"/>
                    </a:cubicBezTo>
                    <a:lnTo>
                      <a:pt x="150372" y="47190"/>
                    </a:lnTo>
                    <a:lnTo>
                      <a:pt x="99360" y="47190"/>
                    </a:lnTo>
                    <a:lnTo>
                      <a:pt x="99360" y="32448"/>
                    </a:lnTo>
                    <a:lnTo>
                      <a:pt x="150335" y="32448"/>
                    </a:lnTo>
                    <a:lnTo>
                      <a:pt x="142964" y="25075"/>
                    </a:lnTo>
                    <a:cubicBezTo>
                      <a:pt x="140440" y="22561"/>
                      <a:pt x="140431" y="18477"/>
                      <a:pt x="142945" y="15953"/>
                    </a:cubicBezTo>
                    <a:cubicBezTo>
                      <a:pt x="145459" y="13429"/>
                      <a:pt x="149544" y="13420"/>
                      <a:pt x="152068" y="15934"/>
                    </a:cubicBezTo>
                    <a:close/>
                    <a:moveTo>
                      <a:pt x="232154" y="0"/>
                    </a:moveTo>
                    <a:lnTo>
                      <a:pt x="272663" y="39182"/>
                    </a:lnTo>
                    <a:lnTo>
                      <a:pt x="232154" y="79690"/>
                    </a:lnTo>
                    <a:lnTo>
                      <a:pt x="191646" y="39182"/>
                    </a:lnTo>
                    <a:close/>
                    <a:moveTo>
                      <a:pt x="40507" y="0"/>
                    </a:moveTo>
                    <a:lnTo>
                      <a:pt x="81016" y="39182"/>
                    </a:lnTo>
                    <a:lnTo>
                      <a:pt x="40507" y="79690"/>
                    </a:lnTo>
                    <a:lnTo>
                      <a:pt x="0" y="39182"/>
                    </a:lnTo>
                    <a:close/>
                  </a:path>
                </a:pathLst>
              </a:custGeom>
              <a:solidFill>
                <a:schemeClr val="bg1"/>
              </a:solidFill>
              <a:ln w="228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134" name="Freihandform: Form 133">
                <a:extLst>
                  <a:ext uri="{FF2B5EF4-FFF2-40B4-BE49-F238E27FC236}">
                    <a16:creationId xmlns:a16="http://schemas.microsoft.com/office/drawing/2014/main" id="{84C5D1D8-3A01-5BEB-D6C0-0B4BE5455B5E}"/>
                  </a:ext>
                </a:extLst>
              </p:cNvPr>
              <p:cNvSpPr/>
              <p:nvPr/>
            </p:nvSpPr>
            <p:spPr bwMode="gray">
              <a:xfrm>
                <a:off x="4589345" y="2396833"/>
                <a:ext cx="373893" cy="285986"/>
              </a:xfrm>
              <a:custGeom>
                <a:avLst/>
                <a:gdLst>
                  <a:gd name="connsiteX0" fmla="*/ 51091 w 373893"/>
                  <a:gd name="connsiteY0" fmla="*/ 20186 h 285986"/>
                  <a:gd name="connsiteX1" fmla="*/ 19507 w 373893"/>
                  <a:gd name="connsiteY1" fmla="*/ 51770 h 285986"/>
                  <a:gd name="connsiteX2" fmla="*/ 19507 w 373893"/>
                  <a:gd name="connsiteY2" fmla="*/ 178102 h 285986"/>
                  <a:gd name="connsiteX3" fmla="*/ 51091 w 373893"/>
                  <a:gd name="connsiteY3" fmla="*/ 209686 h 285986"/>
                  <a:gd name="connsiteX4" fmla="*/ 322802 w 373893"/>
                  <a:gd name="connsiteY4" fmla="*/ 209686 h 285986"/>
                  <a:gd name="connsiteX5" fmla="*/ 354386 w 373893"/>
                  <a:gd name="connsiteY5" fmla="*/ 178102 h 285986"/>
                  <a:gd name="connsiteX6" fmla="*/ 354386 w 373893"/>
                  <a:gd name="connsiteY6" fmla="*/ 51770 h 285986"/>
                  <a:gd name="connsiteX7" fmla="*/ 322802 w 373893"/>
                  <a:gd name="connsiteY7" fmla="*/ 20186 h 285986"/>
                  <a:gd name="connsiteX8" fmla="*/ 46045 w 373893"/>
                  <a:gd name="connsiteY8" fmla="*/ 0 h 285986"/>
                  <a:gd name="connsiteX9" fmla="*/ 327848 w 373893"/>
                  <a:gd name="connsiteY9" fmla="*/ 0 h 285986"/>
                  <a:gd name="connsiteX10" fmla="*/ 373893 w 373893"/>
                  <a:gd name="connsiteY10" fmla="*/ 46045 h 285986"/>
                  <a:gd name="connsiteX11" fmla="*/ 373893 w 373893"/>
                  <a:gd name="connsiteY11" fmla="*/ 183826 h 285986"/>
                  <a:gd name="connsiteX12" fmla="*/ 327848 w 373893"/>
                  <a:gd name="connsiteY12" fmla="*/ 229871 h 285986"/>
                  <a:gd name="connsiteX13" fmla="*/ 222950 w 373893"/>
                  <a:gd name="connsiteY13" fmla="*/ 229871 h 285986"/>
                  <a:gd name="connsiteX14" fmla="*/ 222950 w 373893"/>
                  <a:gd name="connsiteY14" fmla="*/ 262159 h 285986"/>
                  <a:gd name="connsiteX15" fmla="*/ 264124 w 373893"/>
                  <a:gd name="connsiteY15" fmla="*/ 262159 h 285986"/>
                  <a:gd name="connsiteX16" fmla="*/ 264124 w 373893"/>
                  <a:gd name="connsiteY16" fmla="*/ 285986 h 285986"/>
                  <a:gd name="connsiteX17" fmla="*/ 109768 w 373893"/>
                  <a:gd name="connsiteY17" fmla="*/ 285986 h 285986"/>
                  <a:gd name="connsiteX18" fmla="*/ 109768 w 373893"/>
                  <a:gd name="connsiteY18" fmla="*/ 262159 h 285986"/>
                  <a:gd name="connsiteX19" fmla="*/ 150942 w 373893"/>
                  <a:gd name="connsiteY19" fmla="*/ 262159 h 285986"/>
                  <a:gd name="connsiteX20" fmla="*/ 150942 w 373893"/>
                  <a:gd name="connsiteY20" fmla="*/ 229871 h 285986"/>
                  <a:gd name="connsiteX21" fmla="*/ 46045 w 373893"/>
                  <a:gd name="connsiteY21" fmla="*/ 229871 h 285986"/>
                  <a:gd name="connsiteX22" fmla="*/ 0 w 373893"/>
                  <a:gd name="connsiteY22" fmla="*/ 183826 h 285986"/>
                  <a:gd name="connsiteX23" fmla="*/ 0 w 373893"/>
                  <a:gd name="connsiteY23" fmla="*/ 46045 h 285986"/>
                  <a:gd name="connsiteX24" fmla="*/ 46045 w 373893"/>
                  <a:gd name="connsiteY24" fmla="*/ 0 h 2859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373893" h="285986">
                    <a:moveTo>
                      <a:pt x="51091" y="20186"/>
                    </a:moveTo>
                    <a:cubicBezTo>
                      <a:pt x="33648" y="20186"/>
                      <a:pt x="19507" y="34327"/>
                      <a:pt x="19507" y="51770"/>
                    </a:cubicBezTo>
                    <a:lnTo>
                      <a:pt x="19507" y="178102"/>
                    </a:lnTo>
                    <a:cubicBezTo>
                      <a:pt x="19507" y="195545"/>
                      <a:pt x="33648" y="209686"/>
                      <a:pt x="51091" y="209686"/>
                    </a:cubicBezTo>
                    <a:lnTo>
                      <a:pt x="322802" y="209686"/>
                    </a:lnTo>
                    <a:cubicBezTo>
                      <a:pt x="340245" y="209686"/>
                      <a:pt x="354386" y="195545"/>
                      <a:pt x="354386" y="178102"/>
                    </a:cubicBezTo>
                    <a:lnTo>
                      <a:pt x="354386" y="51770"/>
                    </a:lnTo>
                    <a:cubicBezTo>
                      <a:pt x="354386" y="34327"/>
                      <a:pt x="340245" y="20186"/>
                      <a:pt x="322802" y="20186"/>
                    </a:cubicBezTo>
                    <a:close/>
                    <a:moveTo>
                      <a:pt x="46045" y="0"/>
                    </a:moveTo>
                    <a:lnTo>
                      <a:pt x="327848" y="0"/>
                    </a:lnTo>
                    <a:cubicBezTo>
                      <a:pt x="353278" y="0"/>
                      <a:pt x="373893" y="20615"/>
                      <a:pt x="373893" y="46045"/>
                    </a:cubicBezTo>
                    <a:lnTo>
                      <a:pt x="373893" y="183826"/>
                    </a:lnTo>
                    <a:cubicBezTo>
                      <a:pt x="373893" y="209256"/>
                      <a:pt x="353278" y="229871"/>
                      <a:pt x="327848" y="229871"/>
                    </a:cubicBezTo>
                    <a:lnTo>
                      <a:pt x="222950" y="229871"/>
                    </a:lnTo>
                    <a:lnTo>
                      <a:pt x="222950" y="262159"/>
                    </a:lnTo>
                    <a:lnTo>
                      <a:pt x="264124" y="262159"/>
                    </a:lnTo>
                    <a:lnTo>
                      <a:pt x="264124" y="285986"/>
                    </a:lnTo>
                    <a:lnTo>
                      <a:pt x="109768" y="285986"/>
                    </a:lnTo>
                    <a:lnTo>
                      <a:pt x="109768" y="262159"/>
                    </a:lnTo>
                    <a:lnTo>
                      <a:pt x="150942" y="262159"/>
                    </a:lnTo>
                    <a:lnTo>
                      <a:pt x="150942" y="229871"/>
                    </a:lnTo>
                    <a:lnTo>
                      <a:pt x="46045" y="229871"/>
                    </a:lnTo>
                    <a:cubicBezTo>
                      <a:pt x="20615" y="229871"/>
                      <a:pt x="0" y="209256"/>
                      <a:pt x="0" y="183826"/>
                    </a:cubicBezTo>
                    <a:lnTo>
                      <a:pt x="0" y="46045"/>
                    </a:lnTo>
                    <a:cubicBezTo>
                      <a:pt x="0" y="20615"/>
                      <a:pt x="20615" y="0"/>
                      <a:pt x="46045" y="0"/>
                    </a:cubicBezTo>
                    <a:close/>
                  </a:path>
                </a:pathLst>
              </a:custGeom>
              <a:solidFill>
                <a:schemeClr val="bg1"/>
              </a:solidFill>
              <a:ln w="9525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</p:grpSp>
      </p:grpSp>
      <p:cxnSp>
        <p:nvCxnSpPr>
          <p:cNvPr id="135" name="Gerade Verbindung mit Pfeil 197">
            <a:extLst>
              <a:ext uri="{FF2B5EF4-FFF2-40B4-BE49-F238E27FC236}">
                <a16:creationId xmlns:a16="http://schemas.microsoft.com/office/drawing/2014/main" id="{83759AF8-1882-6788-213C-4870907078B3}"/>
              </a:ext>
            </a:extLst>
          </p:cNvPr>
          <p:cNvCxnSpPr>
            <a:cxnSpLocks/>
            <a:endCxn id="31" idx="1"/>
          </p:cNvCxnSpPr>
          <p:nvPr/>
        </p:nvCxnSpPr>
        <p:spPr>
          <a:xfrm flipV="1">
            <a:off x="7124382" y="4166549"/>
            <a:ext cx="1491309" cy="867402"/>
          </a:xfrm>
          <a:prstGeom prst="bentConnector3">
            <a:avLst>
              <a:gd name="adj1" fmla="val 50000"/>
            </a:avLst>
          </a:prstGeom>
          <a:ln w="28575">
            <a:solidFill>
              <a:srgbClr val="00B050"/>
            </a:solidFill>
            <a:prstDash val="sysDot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Gerade Verbindung mit Pfeil 197">
            <a:extLst>
              <a:ext uri="{FF2B5EF4-FFF2-40B4-BE49-F238E27FC236}">
                <a16:creationId xmlns:a16="http://schemas.microsoft.com/office/drawing/2014/main" id="{09956198-FF02-64B3-B222-8433E2E121AA}"/>
              </a:ext>
            </a:extLst>
          </p:cNvPr>
          <p:cNvCxnSpPr>
            <a:cxnSpLocks/>
            <a:endCxn id="70" idx="1"/>
          </p:cNvCxnSpPr>
          <p:nvPr/>
        </p:nvCxnSpPr>
        <p:spPr>
          <a:xfrm>
            <a:off x="7124382" y="5419467"/>
            <a:ext cx="1491309" cy="862470"/>
          </a:xfrm>
          <a:prstGeom prst="bentConnector3">
            <a:avLst>
              <a:gd name="adj1" fmla="val 50000"/>
            </a:avLst>
          </a:prstGeom>
          <a:ln w="28575">
            <a:solidFill>
              <a:srgbClr val="00B050"/>
            </a:solidFill>
            <a:prstDash val="sysDot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7" name="Gruppieren 136">
            <a:extLst>
              <a:ext uri="{FF2B5EF4-FFF2-40B4-BE49-F238E27FC236}">
                <a16:creationId xmlns:a16="http://schemas.microsoft.com/office/drawing/2014/main" id="{0D754B47-FCF4-030C-4148-E95719E81293}"/>
              </a:ext>
            </a:extLst>
          </p:cNvPr>
          <p:cNvGrpSpPr/>
          <p:nvPr/>
        </p:nvGrpSpPr>
        <p:grpSpPr>
          <a:xfrm>
            <a:off x="5873880" y="4811639"/>
            <a:ext cx="1466144" cy="1117576"/>
            <a:chOff x="6049526" y="1427988"/>
            <a:chExt cx="1466144" cy="1117576"/>
          </a:xfrm>
        </p:grpSpPr>
        <p:grpSp>
          <p:nvGrpSpPr>
            <p:cNvPr id="138" name="Gruppieren 137">
              <a:extLst>
                <a:ext uri="{FF2B5EF4-FFF2-40B4-BE49-F238E27FC236}">
                  <a16:creationId xmlns:a16="http://schemas.microsoft.com/office/drawing/2014/main" id="{1AD444B5-C829-C793-33F1-F263DC17A7E4}"/>
                </a:ext>
              </a:extLst>
            </p:cNvPr>
            <p:cNvGrpSpPr/>
            <p:nvPr/>
          </p:nvGrpSpPr>
          <p:grpSpPr>
            <a:xfrm>
              <a:off x="6049526" y="1427988"/>
              <a:ext cx="1466144" cy="1117576"/>
              <a:chOff x="6049526" y="1427988"/>
              <a:chExt cx="1466144" cy="1117576"/>
            </a:xfrm>
          </p:grpSpPr>
          <p:grpSp>
            <p:nvGrpSpPr>
              <p:cNvPr id="140" name="Gruppieren 139">
                <a:extLst>
                  <a:ext uri="{FF2B5EF4-FFF2-40B4-BE49-F238E27FC236}">
                    <a16:creationId xmlns:a16="http://schemas.microsoft.com/office/drawing/2014/main" id="{BA2658C3-8809-0D16-CBFA-3D19EA857AE4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6049526" y="1427988"/>
                <a:ext cx="1342618" cy="842006"/>
                <a:chOff x="8328248" y="1523525"/>
                <a:chExt cx="1342618" cy="842006"/>
              </a:xfrm>
              <a:effectLst/>
            </p:grpSpPr>
            <p:grpSp>
              <p:nvGrpSpPr>
                <p:cNvPr id="142" name="Gruppieren 141">
                  <a:extLst>
                    <a:ext uri="{FF2B5EF4-FFF2-40B4-BE49-F238E27FC236}">
                      <a16:creationId xmlns:a16="http://schemas.microsoft.com/office/drawing/2014/main" id="{94BF3FB4-0468-4D04-EA40-C52FCE2AF3A7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487615" y="1523525"/>
                  <a:ext cx="1183251" cy="842006"/>
                  <a:chOff x="8487615" y="1523525"/>
                  <a:chExt cx="1183251" cy="842006"/>
                </a:xfrm>
              </p:grpSpPr>
              <p:sp>
                <p:nvSpPr>
                  <p:cNvPr id="162" name="Box BG Black">
                    <a:extLst>
                      <a:ext uri="{FF2B5EF4-FFF2-40B4-BE49-F238E27FC236}">
                        <a16:creationId xmlns:a16="http://schemas.microsoft.com/office/drawing/2014/main" id="{CE45F7A5-A56C-C827-AC64-DDBA6BB21AF8}"/>
                      </a:ext>
                    </a:extLst>
                  </p:cNvPr>
                  <p:cNvSpPr/>
                  <p:nvPr/>
                </p:nvSpPr>
                <p:spPr>
                  <a:xfrm>
                    <a:off x="8487615" y="1523525"/>
                    <a:ext cx="1183036" cy="842006"/>
                  </a:xfrm>
                  <a:prstGeom prst="roundRect">
                    <a:avLst/>
                  </a:prstGeom>
                  <a:solidFill>
                    <a:schemeClr val="tx1">
                      <a:lumMod val="75000"/>
                      <a:lumOff val="25000"/>
                    </a:schemeClr>
                  </a:solidFill>
                  <a:ln>
                    <a:noFill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163" name="Box Dock">
                    <a:extLst>
                      <a:ext uri="{FF2B5EF4-FFF2-40B4-BE49-F238E27FC236}">
                        <a16:creationId xmlns:a16="http://schemas.microsoft.com/office/drawing/2014/main" id="{765D83A4-1258-8BAE-AE07-C6AFE7D97CFD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85412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170" name="Box Dock BB">
                      <a:extLst>
                        <a:ext uri="{FF2B5EF4-FFF2-40B4-BE49-F238E27FC236}">
                          <a16:creationId xmlns:a16="http://schemas.microsoft.com/office/drawing/2014/main" id="{604756AC-03D9-01BA-8A75-521B8B78BE4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71" name="Box Dock TT">
                      <a:extLst>
                        <a:ext uri="{FF2B5EF4-FFF2-40B4-BE49-F238E27FC236}">
                          <a16:creationId xmlns:a16="http://schemas.microsoft.com/office/drawing/2014/main" id="{9C6EA31C-9D9F-091E-86DD-88A63A7995E9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72" name="Box Dock TM">
                      <a:extLst>
                        <a:ext uri="{FF2B5EF4-FFF2-40B4-BE49-F238E27FC236}">
                          <a16:creationId xmlns:a16="http://schemas.microsoft.com/office/drawing/2014/main" id="{0D9FC856-E7F2-4E9D-51FE-C4B1C70ECAD9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73" name="Box Dock BM">
                      <a:extLst>
                        <a:ext uri="{FF2B5EF4-FFF2-40B4-BE49-F238E27FC236}">
                          <a16:creationId xmlns:a16="http://schemas.microsoft.com/office/drawing/2014/main" id="{6D6B597D-304E-2320-50BF-EC4A49E19B8E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74" name="Box Dock TM">
                      <a:extLst>
                        <a:ext uri="{FF2B5EF4-FFF2-40B4-BE49-F238E27FC236}">
                          <a16:creationId xmlns:a16="http://schemas.microsoft.com/office/drawing/2014/main" id="{1715863B-7312-CB7E-FC86-CCF8C1BED80B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  <p:grpSp>
                <p:nvGrpSpPr>
                  <p:cNvPr id="164" name="Box Dock">
                    <a:extLst>
                      <a:ext uri="{FF2B5EF4-FFF2-40B4-BE49-F238E27FC236}">
                        <a16:creationId xmlns:a16="http://schemas.microsoft.com/office/drawing/2014/main" id="{4F7EAB6E-4A9F-C107-C01C-AA226B1B02A3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487615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165" name="Box Dock BB">
                      <a:extLst>
                        <a:ext uri="{FF2B5EF4-FFF2-40B4-BE49-F238E27FC236}">
                          <a16:creationId xmlns:a16="http://schemas.microsoft.com/office/drawing/2014/main" id="{B27028F2-51E4-4D6E-5A56-3D4662F3F24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66" name="Box Dock TT">
                      <a:extLst>
                        <a:ext uri="{FF2B5EF4-FFF2-40B4-BE49-F238E27FC236}">
                          <a16:creationId xmlns:a16="http://schemas.microsoft.com/office/drawing/2014/main" id="{14EF8D75-3C65-2379-01F3-4CC03F03BCE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67" name="Box Dock TM">
                      <a:extLst>
                        <a:ext uri="{FF2B5EF4-FFF2-40B4-BE49-F238E27FC236}">
                          <a16:creationId xmlns:a16="http://schemas.microsoft.com/office/drawing/2014/main" id="{BE83425E-6C61-FD8B-D240-A8089959ECC1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68" name="Box Dock BM">
                      <a:extLst>
                        <a:ext uri="{FF2B5EF4-FFF2-40B4-BE49-F238E27FC236}">
                          <a16:creationId xmlns:a16="http://schemas.microsoft.com/office/drawing/2014/main" id="{49A04DCC-FE84-735C-11C8-8AC0BE50D718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69" name="Box Dock TM">
                      <a:extLst>
                        <a:ext uri="{FF2B5EF4-FFF2-40B4-BE49-F238E27FC236}">
                          <a16:creationId xmlns:a16="http://schemas.microsoft.com/office/drawing/2014/main" id="{0D38E03D-BEC4-7920-3734-AB8E6BA75515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143" name="Gruppieren 142">
                  <a:extLst>
                    <a:ext uri="{FF2B5EF4-FFF2-40B4-BE49-F238E27FC236}">
                      <a16:creationId xmlns:a16="http://schemas.microsoft.com/office/drawing/2014/main" id="{B676B493-1664-66A5-508F-FD9263E32CEC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9345471" y="1569340"/>
                  <a:ext cx="283804" cy="750377"/>
                  <a:chOff x="9345471" y="1569340"/>
                  <a:chExt cx="283804" cy="750377"/>
                </a:xfrm>
              </p:grpSpPr>
              <p:sp>
                <p:nvSpPr>
                  <p:cNvPr id="155" name="Box BG Black">
                    <a:extLst>
                      <a:ext uri="{FF2B5EF4-FFF2-40B4-BE49-F238E27FC236}">
                        <a16:creationId xmlns:a16="http://schemas.microsoft.com/office/drawing/2014/main" id="{1473E022-26FB-06F3-4F0B-D83D7C36D900}"/>
                      </a:ext>
                    </a:extLst>
                  </p:cNvPr>
                  <p:cNvSpPr/>
                  <p:nvPr/>
                </p:nvSpPr>
                <p:spPr>
                  <a:xfrm>
                    <a:off x="9345471" y="1569340"/>
                    <a:ext cx="283804" cy="750377"/>
                  </a:xfrm>
                  <a:prstGeom prst="roundRect">
                    <a:avLst>
                      <a:gd name="adj" fmla="val 50000"/>
                    </a:avLst>
                  </a:prstGeom>
                  <a:gradFill flip="none" rotWithShape="1">
                    <a:gsLst>
                      <a:gs pos="0">
                        <a:srgbClr val="00B050">
                          <a:lumMod val="86000"/>
                        </a:srgbClr>
                      </a:gs>
                      <a:gs pos="100000">
                        <a:srgbClr val="00B050">
                          <a:lumMod val="87000"/>
                          <a:lumOff val="13000"/>
                        </a:srgbClr>
                      </a:gs>
                    </a:gsLst>
                    <a:lin ang="0" scaled="1"/>
                    <a:tileRect/>
                  </a:gradFill>
                  <a:ln w="25400" cap="flat" cmpd="sng" algn="ctr">
                    <a:noFill/>
                    <a:prstDash val="solid"/>
                  </a:ln>
                  <a:effectLst/>
                </p:spPr>
                <p:txBody>
                  <a:bodyPr vert="vert270" wrap="square" lIns="36000" rtlCol="0" anchor="t">
                    <a:no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300" b="1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156" name="Box Dock">
                    <a:extLst>
                      <a:ext uri="{FF2B5EF4-FFF2-40B4-BE49-F238E27FC236}">
                        <a16:creationId xmlns:a16="http://schemas.microsoft.com/office/drawing/2014/main" id="{F2BB5D17-4866-21CD-C545-C3D9251416F8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43391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157" name="DAL Dock BB">
                      <a:extLst>
                        <a:ext uri="{FF2B5EF4-FFF2-40B4-BE49-F238E27FC236}">
                          <a16:creationId xmlns:a16="http://schemas.microsoft.com/office/drawing/2014/main" id="{570F28DC-0BB3-F2F1-DEC6-FF23CF269956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58" name="DAL Dock BM">
                      <a:extLst>
                        <a:ext uri="{FF2B5EF4-FFF2-40B4-BE49-F238E27FC236}">
                          <a16:creationId xmlns:a16="http://schemas.microsoft.com/office/drawing/2014/main" id="{A081CD49-1736-BEC0-3AB9-74D86AA4F1A6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59" name="DAL Dock MM">
                      <a:extLst>
                        <a:ext uri="{FF2B5EF4-FFF2-40B4-BE49-F238E27FC236}">
                          <a16:creationId xmlns:a16="http://schemas.microsoft.com/office/drawing/2014/main" id="{089699CF-73E1-2190-F4D6-FAB3E854E4DB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60" name="DAL Dock TM">
                      <a:extLst>
                        <a:ext uri="{FF2B5EF4-FFF2-40B4-BE49-F238E27FC236}">
                          <a16:creationId xmlns:a16="http://schemas.microsoft.com/office/drawing/2014/main" id="{EDE4F4ED-8159-82F5-AF5D-16A510B63E5C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61" name="DAL Dock TT">
                      <a:extLst>
                        <a:ext uri="{FF2B5EF4-FFF2-40B4-BE49-F238E27FC236}">
                          <a16:creationId xmlns:a16="http://schemas.microsoft.com/office/drawing/2014/main" id="{31EA207D-E75D-9367-A046-5D8F0F126D14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144" name="Gruppieren 143">
                  <a:extLst>
                    <a:ext uri="{FF2B5EF4-FFF2-40B4-BE49-F238E27FC236}">
                      <a16:creationId xmlns:a16="http://schemas.microsoft.com/office/drawing/2014/main" id="{F9A53E30-CFD9-7996-CE81-F4E8B21BA562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328248" y="1569340"/>
                  <a:ext cx="486693" cy="750377"/>
                  <a:chOff x="8328248" y="1569340"/>
                  <a:chExt cx="486693" cy="750377"/>
                </a:xfrm>
              </p:grpSpPr>
              <p:sp>
                <p:nvSpPr>
                  <p:cNvPr id="148" name="PL BG Blue">
                    <a:extLst>
                      <a:ext uri="{FF2B5EF4-FFF2-40B4-BE49-F238E27FC236}">
                        <a16:creationId xmlns:a16="http://schemas.microsoft.com/office/drawing/2014/main" id="{F547F475-8E4D-8642-2E55-C193AD1FE8EA}"/>
                      </a:ext>
                    </a:extLst>
                  </p:cNvPr>
                  <p:cNvSpPr/>
                  <p:nvPr/>
                </p:nvSpPr>
                <p:spPr>
                  <a:xfrm>
                    <a:off x="8328248" y="1569340"/>
                    <a:ext cx="486693" cy="750377"/>
                  </a:xfrm>
                  <a:prstGeom prst="roundRect">
                    <a:avLst>
                      <a:gd name="adj" fmla="val 26461"/>
                    </a:avLst>
                  </a:prstGeom>
                  <a:gradFill flip="none" rotWithShape="1">
                    <a:gsLst>
                      <a:gs pos="0">
                        <a:srgbClr val="00B0F0">
                          <a:shade val="30000"/>
                          <a:satMod val="115000"/>
                        </a:srgbClr>
                      </a:gs>
                      <a:gs pos="100000">
                        <a:srgbClr val="00B0F0">
                          <a:shade val="100000"/>
                          <a:satMod val="115000"/>
                        </a:srgbClr>
                      </a:gs>
                    </a:gsLst>
                    <a:lin ang="0" scaled="1"/>
                    <a:tileRect/>
                  </a:gradFill>
                  <a:ln w="25400" cap="flat" cmpd="sng" algn="ctr">
                    <a:noFill/>
                    <a:prstDash val="solid"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vert="vert270" wrap="none" lIns="0" tIns="0" rIns="0" bIns="0" rtlCol="0" anchor="t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200" b="1" i="0" u="none" strike="noStrike" kern="100" cap="none" spc="-5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rPr>
                      <a:t>HTTP API</a:t>
                    </a:r>
                  </a:p>
                </p:txBody>
              </p:sp>
              <p:grpSp>
                <p:nvGrpSpPr>
                  <p:cNvPr id="149" name="Box Dock">
                    <a:extLst>
                      <a:ext uri="{FF2B5EF4-FFF2-40B4-BE49-F238E27FC236}">
                        <a16:creationId xmlns:a16="http://schemas.microsoft.com/office/drawing/2014/main" id="{2C1EDA79-FD29-EF5A-298D-3288344D80C5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328248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150" name="PL Dock BB">
                      <a:extLst>
                        <a:ext uri="{FF2B5EF4-FFF2-40B4-BE49-F238E27FC236}">
                          <a16:creationId xmlns:a16="http://schemas.microsoft.com/office/drawing/2014/main" id="{AC50965C-7091-DE60-4A12-B804900C9FB2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51" name="PL Dock BM">
                      <a:extLst>
                        <a:ext uri="{FF2B5EF4-FFF2-40B4-BE49-F238E27FC236}">
                          <a16:creationId xmlns:a16="http://schemas.microsoft.com/office/drawing/2014/main" id="{E7A19B71-2C1A-D264-BBDE-5360D5000F76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52" name="PL Dock MM">
                      <a:extLst>
                        <a:ext uri="{FF2B5EF4-FFF2-40B4-BE49-F238E27FC236}">
                          <a16:creationId xmlns:a16="http://schemas.microsoft.com/office/drawing/2014/main" id="{E9B51A0C-39D8-3864-C8FF-223821C18B29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53" name="PL Dock TM">
                      <a:extLst>
                        <a:ext uri="{FF2B5EF4-FFF2-40B4-BE49-F238E27FC236}">
                          <a16:creationId xmlns:a16="http://schemas.microsoft.com/office/drawing/2014/main" id="{3877B9EF-028B-B779-014E-012E97F37961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54" name="PL Dock TT">
                      <a:extLst>
                        <a:ext uri="{FF2B5EF4-FFF2-40B4-BE49-F238E27FC236}">
                          <a16:creationId xmlns:a16="http://schemas.microsoft.com/office/drawing/2014/main" id="{56871E3D-22D2-1FE0-0328-FB86E869725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145" name="BLL">
                  <a:extLst>
                    <a:ext uri="{FF2B5EF4-FFF2-40B4-BE49-F238E27FC236}">
                      <a16:creationId xmlns:a16="http://schemas.microsoft.com/office/drawing/2014/main" id="{4EE4B4B4-E16B-0E2C-215C-019F33670F51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8590275" y="1632089"/>
                  <a:ext cx="977716" cy="624878"/>
                  <a:chOff x="8590275" y="1632089"/>
                  <a:chExt cx="977716" cy="624878"/>
                </a:xfrm>
              </p:grpSpPr>
              <p:sp>
                <p:nvSpPr>
                  <p:cNvPr id="146" name="BLL BG White">
                    <a:extLst>
                      <a:ext uri="{FF2B5EF4-FFF2-40B4-BE49-F238E27FC236}">
                        <a16:creationId xmlns:a16="http://schemas.microsoft.com/office/drawing/2014/main" id="{C4765E19-583C-189E-5F18-F7C361A190E7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590275" y="1632089"/>
                    <a:ext cx="977716" cy="624878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47" name="BLL BG White">
                    <a:extLst>
                      <a:ext uri="{FF2B5EF4-FFF2-40B4-BE49-F238E27FC236}">
                        <a16:creationId xmlns:a16="http://schemas.microsoft.com/office/drawing/2014/main" id="{6F677D74-611C-0CAC-8A76-F2A9B8EBC939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616672" y="1654783"/>
                    <a:ext cx="924923" cy="579490"/>
                  </a:xfrm>
                  <a:prstGeom prst="roundRect">
                    <a:avLst/>
                  </a:prstGeom>
                  <a:noFill/>
                  <a:ln>
                    <a:solidFill>
                      <a:srgbClr val="FF9C4B"/>
                    </a:solidFill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</p:grpSp>
          </p:grpSp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89BD4668-843D-6F11-A1DC-F5FA7865AAB4}"/>
                  </a:ext>
                </a:extLst>
              </p:cNvPr>
              <p:cNvSpPr txBox="1"/>
              <p:nvPr/>
            </p:nvSpPr>
            <p:spPr>
              <a:xfrm>
                <a:off x="6084196" y="2287032"/>
                <a:ext cx="1431474" cy="258532"/>
              </a:xfrm>
              <a:prstGeom prst="rect">
                <a:avLst/>
              </a:prstGeom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ctr">
                  <a:lnSpc>
                    <a:spcPct val="90000"/>
                  </a:lnSpc>
                  <a:defRPr sz="1200" kern="0"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Calibri" pitchFamily="34" charset="0"/>
                    <a:cs typeface="Calibri" pitchFamily="34" charset="0"/>
                  </a:defRPr>
                </a:lvl1pPr>
              </a:lstStyle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effectLst/>
                    <a:uLnTx/>
                    <a:uFillTx/>
                    <a:latin typeface="Calibri" pitchFamily="34" charset="0"/>
                    <a:ea typeface="+mn-ea"/>
                    <a:cs typeface="Calibri" pitchFamily="34" charset="0"/>
                  </a:rPr>
                  <a:t>Web Shop Backend</a:t>
                </a:r>
              </a:p>
            </p:txBody>
          </p:sp>
        </p:grpSp>
        <p:pic>
          <p:nvPicPr>
            <p:cNvPr id="139" name="Grafik 138">
              <a:extLst>
                <a:ext uri="{FF2B5EF4-FFF2-40B4-BE49-F238E27FC236}">
                  <a16:creationId xmlns:a16="http://schemas.microsoft.com/office/drawing/2014/main" id="{14C7ECBA-60F2-7BDF-D8B7-8A4A40605E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68593" y="1621122"/>
              <a:ext cx="457576" cy="455738"/>
            </a:xfrm>
            <a:prstGeom prst="rect">
              <a:avLst/>
            </a:prstGeom>
          </p:spPr>
        </p:pic>
      </p:grpSp>
      <p:grpSp>
        <p:nvGrpSpPr>
          <p:cNvPr id="175" name="Gruppieren 174">
            <a:extLst>
              <a:ext uri="{FF2B5EF4-FFF2-40B4-BE49-F238E27FC236}">
                <a16:creationId xmlns:a16="http://schemas.microsoft.com/office/drawing/2014/main" id="{4A2957E3-7F56-1677-9307-36EFA6BAA8F9}"/>
              </a:ext>
            </a:extLst>
          </p:cNvPr>
          <p:cNvGrpSpPr/>
          <p:nvPr/>
        </p:nvGrpSpPr>
        <p:grpSpPr>
          <a:xfrm>
            <a:off x="3289581" y="5983914"/>
            <a:ext cx="1512436" cy="1211150"/>
            <a:chOff x="-617156" y="3813183"/>
            <a:chExt cx="1512436" cy="1211150"/>
          </a:xfrm>
        </p:grpSpPr>
        <p:grpSp>
          <p:nvGrpSpPr>
            <p:cNvPr id="176" name="Gruppieren 175">
              <a:extLst>
                <a:ext uri="{FF2B5EF4-FFF2-40B4-BE49-F238E27FC236}">
                  <a16:creationId xmlns:a16="http://schemas.microsoft.com/office/drawing/2014/main" id="{994A8698-CDCE-1931-FC4A-1A821DF39A72}"/>
                </a:ext>
              </a:extLst>
            </p:cNvPr>
            <p:cNvGrpSpPr/>
            <p:nvPr/>
          </p:nvGrpSpPr>
          <p:grpSpPr>
            <a:xfrm>
              <a:off x="-596434" y="3813183"/>
              <a:ext cx="1491714" cy="993986"/>
              <a:chOff x="-2046582" y="4136294"/>
              <a:chExt cx="1475848" cy="983414"/>
            </a:xfrm>
          </p:grpSpPr>
          <p:sp>
            <p:nvSpPr>
              <p:cNvPr id="178" name="Rechteck 177">
                <a:extLst>
                  <a:ext uri="{FF2B5EF4-FFF2-40B4-BE49-F238E27FC236}">
                    <a16:creationId xmlns:a16="http://schemas.microsoft.com/office/drawing/2014/main" id="{E8CAA1DE-448D-5C82-AA97-E9DD5E750358}"/>
                  </a:ext>
                </a:extLst>
              </p:cNvPr>
              <p:cNvSpPr/>
              <p:nvPr/>
            </p:nvSpPr>
            <p:spPr>
              <a:xfrm rot="18934670">
                <a:off x="-2046582" y="4925228"/>
                <a:ext cx="402230" cy="59894"/>
              </a:xfrm>
              <a:prstGeom prst="rect">
                <a:avLst/>
              </a:prstGeom>
              <a:gradFill flip="none" rotWithShape="1">
                <a:gsLst>
                  <a:gs pos="78751">
                    <a:srgbClr val="DDDDDD">
                      <a:lumMod val="21000"/>
                      <a:lumOff val="79000"/>
                    </a:srgbClr>
                  </a:gs>
                  <a:gs pos="100000">
                    <a:srgbClr val="C1C1C1">
                      <a:lumMod val="64000"/>
                      <a:lumOff val="36000"/>
                    </a:srgbClr>
                  </a:gs>
                  <a:gs pos="23739">
                    <a:srgbClr val="C4C4C4">
                      <a:lumMod val="72000"/>
                      <a:lumOff val="28000"/>
                    </a:srgbClr>
                  </a:gs>
                  <a:gs pos="55832">
                    <a:srgbClr val="D6D6D6">
                      <a:lumMod val="52000"/>
                      <a:lumOff val="48000"/>
                    </a:srgbClr>
                  </a:gs>
                  <a:gs pos="41000">
                    <a:srgbClr val="BBBBBB">
                      <a:lumMod val="61000"/>
                      <a:lumOff val="39000"/>
                    </a:srgbClr>
                  </a:gs>
                  <a:gs pos="0">
                    <a:sysClr val="window" lastClr="FFFFFF">
                      <a:lumMod val="67000"/>
                    </a:sysClr>
                  </a:gs>
                </a:gsLst>
                <a:lin ang="5400000" scaled="1"/>
                <a:tileRect/>
              </a:gradFill>
              <a:ln w="9525" cap="flat" cmpd="sng" algn="ctr">
                <a:noFill/>
                <a:prstDash val="solid"/>
              </a:ln>
              <a:effectLst>
                <a:innerShdw blurRad="63500" dist="50800" dir="10800000">
                  <a:prstClr val="black">
                    <a:alpha val="50000"/>
                  </a:prst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79" name="Rechteck 178">
                <a:extLst>
                  <a:ext uri="{FF2B5EF4-FFF2-40B4-BE49-F238E27FC236}">
                    <a16:creationId xmlns:a16="http://schemas.microsoft.com/office/drawing/2014/main" id="{64DD24D0-7446-3029-3FAC-E0E947CCDE38}"/>
                  </a:ext>
                </a:extLst>
              </p:cNvPr>
              <p:cNvSpPr/>
              <p:nvPr/>
            </p:nvSpPr>
            <p:spPr>
              <a:xfrm rot="10800000">
                <a:off x="-1723949" y="4136294"/>
                <a:ext cx="1107973" cy="45719"/>
              </a:xfrm>
              <a:prstGeom prst="rect">
                <a:avLst/>
              </a:prstGeom>
              <a:gradFill flip="none" rotWithShape="1">
                <a:gsLst>
                  <a:gs pos="78751">
                    <a:srgbClr val="DDDDDD">
                      <a:lumMod val="21000"/>
                      <a:lumOff val="79000"/>
                    </a:srgbClr>
                  </a:gs>
                  <a:gs pos="100000">
                    <a:srgbClr val="C1C1C1">
                      <a:lumMod val="64000"/>
                      <a:lumOff val="36000"/>
                    </a:srgbClr>
                  </a:gs>
                  <a:gs pos="23739">
                    <a:srgbClr val="C4C4C4">
                      <a:lumMod val="72000"/>
                      <a:lumOff val="28000"/>
                    </a:srgbClr>
                  </a:gs>
                  <a:gs pos="55832">
                    <a:srgbClr val="D6D6D6">
                      <a:lumMod val="52000"/>
                      <a:lumOff val="48000"/>
                    </a:srgbClr>
                  </a:gs>
                  <a:gs pos="41000">
                    <a:srgbClr val="BBBBBB">
                      <a:lumMod val="61000"/>
                      <a:lumOff val="39000"/>
                    </a:srgbClr>
                  </a:gs>
                  <a:gs pos="0">
                    <a:sysClr val="window" lastClr="FFFFFF">
                      <a:lumMod val="67000"/>
                    </a:sysClr>
                  </a:gs>
                </a:gsLst>
                <a:lin ang="5400000" scaled="1"/>
                <a:tileRect/>
              </a:gradFill>
              <a:ln w="9525" cap="flat" cmpd="sng" algn="ctr">
                <a:noFill/>
                <a:prstDash val="solid"/>
              </a:ln>
              <a:effectLst>
                <a:innerShdw blurRad="63500" dist="50800" dir="10800000">
                  <a:prstClr val="black">
                    <a:alpha val="50000"/>
                  </a:prst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80" name="Rechteck 179">
                <a:extLst>
                  <a:ext uri="{FF2B5EF4-FFF2-40B4-BE49-F238E27FC236}">
                    <a16:creationId xmlns:a16="http://schemas.microsoft.com/office/drawing/2014/main" id="{22B09008-613D-7C96-A38A-87D76FD51D68}"/>
                  </a:ext>
                </a:extLst>
              </p:cNvPr>
              <p:cNvSpPr/>
              <p:nvPr/>
            </p:nvSpPr>
            <p:spPr>
              <a:xfrm rot="16200000">
                <a:off x="-2047274" y="4472407"/>
                <a:ext cx="672460" cy="25807"/>
              </a:xfrm>
              <a:prstGeom prst="rect">
                <a:avLst/>
              </a:prstGeom>
              <a:gradFill flip="none" rotWithShape="1">
                <a:gsLst>
                  <a:gs pos="78751">
                    <a:srgbClr val="DDDDDD">
                      <a:lumMod val="21000"/>
                      <a:lumOff val="79000"/>
                    </a:srgbClr>
                  </a:gs>
                  <a:gs pos="100000">
                    <a:srgbClr val="C1C1C1">
                      <a:lumMod val="64000"/>
                      <a:lumOff val="36000"/>
                    </a:srgbClr>
                  </a:gs>
                  <a:gs pos="23739">
                    <a:srgbClr val="C4C4C4">
                      <a:lumMod val="72000"/>
                      <a:lumOff val="28000"/>
                    </a:srgbClr>
                  </a:gs>
                  <a:gs pos="55832">
                    <a:srgbClr val="D6D6D6">
                      <a:lumMod val="52000"/>
                      <a:lumOff val="48000"/>
                    </a:srgbClr>
                  </a:gs>
                  <a:gs pos="41000">
                    <a:srgbClr val="BBBBBB">
                      <a:lumMod val="61000"/>
                      <a:lumOff val="39000"/>
                    </a:srgbClr>
                  </a:gs>
                  <a:gs pos="0">
                    <a:sysClr val="window" lastClr="FFFFFF">
                      <a:lumMod val="67000"/>
                    </a:sysClr>
                  </a:gs>
                </a:gsLst>
                <a:lin ang="5400000" scaled="1"/>
                <a:tileRect/>
              </a:gradFill>
              <a:ln w="9525" cap="flat" cmpd="sng" algn="ctr">
                <a:noFill/>
                <a:prstDash val="solid"/>
              </a:ln>
              <a:effectLst>
                <a:innerShdw blurRad="63500" dist="50800" dir="10800000">
                  <a:prstClr val="black">
                    <a:alpha val="50000"/>
                  </a:prst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81" name="Rechteck 180">
                <a:extLst>
                  <a:ext uri="{FF2B5EF4-FFF2-40B4-BE49-F238E27FC236}">
                    <a16:creationId xmlns:a16="http://schemas.microsoft.com/office/drawing/2014/main" id="{1914ED83-4CC9-40B6-096E-602E2D3B0DAC}"/>
                  </a:ext>
                </a:extLst>
              </p:cNvPr>
              <p:cNvSpPr/>
              <p:nvPr/>
            </p:nvSpPr>
            <p:spPr>
              <a:xfrm rot="16200000">
                <a:off x="-965109" y="4472406"/>
                <a:ext cx="672460" cy="25807"/>
              </a:xfrm>
              <a:prstGeom prst="rect">
                <a:avLst/>
              </a:prstGeom>
              <a:gradFill flip="none" rotWithShape="1">
                <a:gsLst>
                  <a:gs pos="78751">
                    <a:srgbClr val="DDDDDD">
                      <a:lumMod val="21000"/>
                      <a:lumOff val="79000"/>
                    </a:srgbClr>
                  </a:gs>
                  <a:gs pos="100000">
                    <a:srgbClr val="C1C1C1">
                      <a:lumMod val="64000"/>
                      <a:lumOff val="36000"/>
                    </a:srgbClr>
                  </a:gs>
                  <a:gs pos="23739">
                    <a:srgbClr val="C4C4C4">
                      <a:lumMod val="72000"/>
                      <a:lumOff val="28000"/>
                    </a:srgbClr>
                  </a:gs>
                  <a:gs pos="55832">
                    <a:srgbClr val="D6D6D6">
                      <a:lumMod val="52000"/>
                      <a:lumOff val="48000"/>
                    </a:srgbClr>
                  </a:gs>
                  <a:gs pos="41000">
                    <a:srgbClr val="BBBBBB">
                      <a:lumMod val="61000"/>
                      <a:lumOff val="39000"/>
                    </a:srgbClr>
                  </a:gs>
                  <a:gs pos="0">
                    <a:sysClr val="window" lastClr="FFFFFF">
                      <a:lumMod val="67000"/>
                    </a:sysClr>
                  </a:gs>
                </a:gsLst>
                <a:lin ang="5400000" scaled="1"/>
                <a:tileRect/>
              </a:gradFill>
              <a:ln w="9525" cap="flat" cmpd="sng" algn="ctr">
                <a:noFill/>
                <a:prstDash val="solid"/>
              </a:ln>
              <a:effectLst>
                <a:innerShdw blurRad="63500" dist="50800" dir="10800000">
                  <a:prstClr val="black">
                    <a:alpha val="50000"/>
                  </a:prst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82" name="Rechteck 181">
                <a:extLst>
                  <a:ext uri="{FF2B5EF4-FFF2-40B4-BE49-F238E27FC236}">
                    <a16:creationId xmlns:a16="http://schemas.microsoft.com/office/drawing/2014/main" id="{A16E3064-691C-12EA-86A9-A0FF673FD38F}"/>
                  </a:ext>
                </a:extLst>
              </p:cNvPr>
              <p:cNvSpPr/>
              <p:nvPr/>
            </p:nvSpPr>
            <p:spPr>
              <a:xfrm rot="18934670">
                <a:off x="-994014" y="4934599"/>
                <a:ext cx="423280" cy="45868"/>
              </a:xfrm>
              <a:prstGeom prst="rect">
                <a:avLst/>
              </a:prstGeom>
              <a:gradFill flip="none" rotWithShape="1">
                <a:gsLst>
                  <a:gs pos="78751">
                    <a:srgbClr val="DDDDDD">
                      <a:lumMod val="21000"/>
                      <a:lumOff val="79000"/>
                    </a:srgbClr>
                  </a:gs>
                  <a:gs pos="100000">
                    <a:srgbClr val="C1C1C1">
                      <a:lumMod val="64000"/>
                      <a:lumOff val="36000"/>
                    </a:srgbClr>
                  </a:gs>
                  <a:gs pos="23739">
                    <a:srgbClr val="C4C4C4">
                      <a:lumMod val="72000"/>
                      <a:lumOff val="28000"/>
                    </a:srgbClr>
                  </a:gs>
                  <a:gs pos="55832">
                    <a:srgbClr val="D6D6D6">
                      <a:lumMod val="52000"/>
                      <a:lumOff val="48000"/>
                    </a:srgbClr>
                  </a:gs>
                  <a:gs pos="41000">
                    <a:srgbClr val="BBBBBB">
                      <a:lumMod val="61000"/>
                      <a:lumOff val="39000"/>
                    </a:srgbClr>
                  </a:gs>
                  <a:gs pos="0">
                    <a:sysClr val="window" lastClr="FFFFFF">
                      <a:lumMod val="67000"/>
                    </a:sysClr>
                  </a:gs>
                </a:gsLst>
                <a:lin ang="5400000" scaled="1"/>
                <a:tileRect/>
              </a:gradFill>
              <a:ln w="9525" cap="flat" cmpd="sng" algn="ctr">
                <a:noFill/>
                <a:prstDash val="solid"/>
              </a:ln>
              <a:effectLst>
                <a:innerShdw blurRad="63500" dist="50800" dir="10800000">
                  <a:prstClr val="black">
                    <a:alpha val="50000"/>
                  </a:prst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83" name="Parallelogramm 182">
                <a:extLst>
                  <a:ext uri="{FF2B5EF4-FFF2-40B4-BE49-F238E27FC236}">
                    <a16:creationId xmlns:a16="http://schemas.microsoft.com/office/drawing/2014/main" id="{6F3D20FA-09CF-6E9A-7344-F3365C9EE44D}"/>
                  </a:ext>
                </a:extLst>
              </p:cNvPr>
              <p:cNvSpPr/>
              <p:nvPr/>
            </p:nvSpPr>
            <p:spPr>
              <a:xfrm>
                <a:off x="-1998463" y="4791841"/>
                <a:ext cx="1368152" cy="283161"/>
              </a:xfrm>
              <a:prstGeom prst="parallelogram">
                <a:avLst>
                  <a:gd name="adj" fmla="val 102022"/>
                </a:avLst>
              </a:prstGeom>
              <a:gradFill>
                <a:gsLst>
                  <a:gs pos="0">
                    <a:sysClr val="windowText" lastClr="000000">
                      <a:lumMod val="75000"/>
                      <a:lumOff val="25000"/>
                    </a:sysClr>
                  </a:gs>
                  <a:gs pos="48000">
                    <a:srgbClr val="787878">
                      <a:lumMod val="76000"/>
                    </a:srgbClr>
                  </a:gs>
                  <a:gs pos="28758">
                    <a:srgbClr val="6B6B6B">
                      <a:lumMod val="94000"/>
                    </a:srgbClr>
                  </a:gs>
                  <a:gs pos="84000">
                    <a:sysClr val="windowText" lastClr="000000">
                      <a:lumMod val="43000"/>
                      <a:lumOff val="57000"/>
                    </a:sysClr>
                  </a:gs>
                  <a:gs pos="100000">
                    <a:sysClr val="windowText" lastClr="000000">
                      <a:lumMod val="65000"/>
                      <a:lumOff val="35000"/>
                    </a:sysClr>
                  </a:gs>
                </a:gsLst>
                <a:lin ang="12600000" scaled="0"/>
              </a:gradFill>
              <a:ln w="9525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84" name="Rechteck 183">
                <a:extLst>
                  <a:ext uri="{FF2B5EF4-FFF2-40B4-BE49-F238E27FC236}">
                    <a16:creationId xmlns:a16="http://schemas.microsoft.com/office/drawing/2014/main" id="{B48AEDC0-7145-A960-8A32-8BD22847E2B1}"/>
                  </a:ext>
                </a:extLst>
              </p:cNvPr>
              <p:cNvSpPr/>
              <p:nvPr/>
            </p:nvSpPr>
            <p:spPr>
              <a:xfrm>
                <a:off x="-2010065" y="5073989"/>
                <a:ext cx="1091721" cy="45719"/>
              </a:xfrm>
              <a:prstGeom prst="rect">
                <a:avLst/>
              </a:prstGeom>
              <a:gradFill flip="none" rotWithShape="1">
                <a:gsLst>
                  <a:gs pos="78751">
                    <a:srgbClr val="DDDDDD">
                      <a:lumMod val="21000"/>
                      <a:lumOff val="79000"/>
                    </a:srgbClr>
                  </a:gs>
                  <a:gs pos="100000">
                    <a:srgbClr val="C1C1C1">
                      <a:lumMod val="64000"/>
                      <a:lumOff val="36000"/>
                    </a:srgbClr>
                  </a:gs>
                  <a:gs pos="23739">
                    <a:srgbClr val="C4C4C4">
                      <a:lumMod val="72000"/>
                      <a:lumOff val="28000"/>
                    </a:srgbClr>
                  </a:gs>
                  <a:gs pos="55832">
                    <a:srgbClr val="D6D6D6">
                      <a:lumMod val="52000"/>
                      <a:lumOff val="48000"/>
                    </a:srgbClr>
                  </a:gs>
                  <a:gs pos="41000">
                    <a:srgbClr val="BBBBBB">
                      <a:lumMod val="61000"/>
                      <a:lumOff val="39000"/>
                    </a:srgbClr>
                  </a:gs>
                  <a:gs pos="0">
                    <a:sysClr val="window" lastClr="FFFFFF">
                      <a:lumMod val="67000"/>
                    </a:sysClr>
                  </a:gs>
                </a:gsLst>
                <a:lin ang="5400000" scaled="1"/>
                <a:tileRect/>
              </a:gradFill>
              <a:ln w="9525" cap="flat" cmpd="sng" algn="ctr">
                <a:noFill/>
                <a:prstDash val="solid"/>
              </a:ln>
              <a:effectLst>
                <a:innerShdw blurRad="63500" dist="50800" dir="10800000">
                  <a:prstClr val="black">
                    <a:alpha val="50000"/>
                  </a:prst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85" name="Rechteck 184">
                <a:extLst>
                  <a:ext uri="{FF2B5EF4-FFF2-40B4-BE49-F238E27FC236}">
                    <a16:creationId xmlns:a16="http://schemas.microsoft.com/office/drawing/2014/main" id="{744104F6-3BD6-F8CE-6529-9410E80DD859}"/>
                  </a:ext>
                </a:extLst>
              </p:cNvPr>
              <p:cNvSpPr/>
              <p:nvPr/>
            </p:nvSpPr>
            <p:spPr>
              <a:xfrm>
                <a:off x="-1699789" y="4156208"/>
                <a:ext cx="1058838" cy="627307"/>
              </a:xfrm>
              <a:prstGeom prst="rect">
                <a:avLst/>
              </a:prstGeom>
              <a:solidFill>
                <a:schemeClr val="bg1"/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ＭＳ Ｐゴシック" charset="0"/>
                  <a:cs typeface="+mn-cs"/>
                </a:endParaRPr>
              </a:p>
            </p:txBody>
          </p:sp>
          <p:sp>
            <p:nvSpPr>
              <p:cNvPr id="186" name="Parallelogramm 185">
                <a:extLst>
                  <a:ext uri="{FF2B5EF4-FFF2-40B4-BE49-F238E27FC236}">
                    <a16:creationId xmlns:a16="http://schemas.microsoft.com/office/drawing/2014/main" id="{89E8DEA5-A7BD-572E-4181-83E088F9A29D}"/>
                  </a:ext>
                </a:extLst>
              </p:cNvPr>
              <p:cNvSpPr/>
              <p:nvPr/>
            </p:nvSpPr>
            <p:spPr>
              <a:xfrm>
                <a:off x="-1524697" y="4974502"/>
                <a:ext cx="279648" cy="68935"/>
              </a:xfrm>
              <a:prstGeom prst="parallelogram">
                <a:avLst>
                  <a:gd name="adj" fmla="val 102022"/>
                </a:avLst>
              </a:prstGeom>
              <a:solidFill>
                <a:sysClr val="windowText" lastClr="000000">
                  <a:lumMod val="75000"/>
                  <a:lumOff val="25000"/>
                </a:sysClr>
              </a:solidFill>
              <a:ln w="9525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ＭＳ Ｐゴシック" charset="0"/>
                  <a:cs typeface="+mn-cs"/>
                </a:endParaRPr>
              </a:p>
            </p:txBody>
          </p:sp>
          <p:grpSp>
            <p:nvGrpSpPr>
              <p:cNvPr id="187" name="Gruppieren 186">
                <a:extLst>
                  <a:ext uri="{FF2B5EF4-FFF2-40B4-BE49-F238E27FC236}">
                    <a16:creationId xmlns:a16="http://schemas.microsoft.com/office/drawing/2014/main" id="{6D55D35C-78CB-7E70-AA0F-326D4C771CF9}"/>
                  </a:ext>
                </a:extLst>
              </p:cNvPr>
              <p:cNvGrpSpPr/>
              <p:nvPr/>
            </p:nvGrpSpPr>
            <p:grpSpPr>
              <a:xfrm>
                <a:off x="-1710431" y="4833156"/>
                <a:ext cx="956914" cy="21328"/>
                <a:chOff x="-1710431" y="4833156"/>
                <a:chExt cx="956914" cy="21328"/>
              </a:xfrm>
            </p:grpSpPr>
            <p:sp>
              <p:nvSpPr>
                <p:cNvPr id="223" name="Parallelogramm 222">
                  <a:extLst>
                    <a:ext uri="{FF2B5EF4-FFF2-40B4-BE49-F238E27FC236}">
                      <a16:creationId xmlns:a16="http://schemas.microsoft.com/office/drawing/2014/main" id="{C45A9730-9A6A-9FB2-744D-5E0F473BE10C}"/>
                    </a:ext>
                  </a:extLst>
                </p:cNvPr>
                <p:cNvSpPr/>
                <p:nvPr/>
              </p:nvSpPr>
              <p:spPr>
                <a:xfrm>
                  <a:off x="-1710431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24" name="Parallelogramm 223">
                  <a:extLst>
                    <a:ext uri="{FF2B5EF4-FFF2-40B4-BE49-F238E27FC236}">
                      <a16:creationId xmlns:a16="http://schemas.microsoft.com/office/drawing/2014/main" id="{73A52765-686E-CC0B-C021-43C5CD9777D6}"/>
                    </a:ext>
                  </a:extLst>
                </p:cNvPr>
                <p:cNvSpPr/>
                <p:nvPr/>
              </p:nvSpPr>
              <p:spPr>
                <a:xfrm>
                  <a:off x="-1650913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25" name="Parallelogramm 224">
                  <a:extLst>
                    <a:ext uri="{FF2B5EF4-FFF2-40B4-BE49-F238E27FC236}">
                      <a16:creationId xmlns:a16="http://schemas.microsoft.com/office/drawing/2014/main" id="{F8FE5B3F-878C-DE62-9C75-0278B202A032}"/>
                    </a:ext>
                  </a:extLst>
                </p:cNvPr>
                <p:cNvSpPr/>
                <p:nvPr/>
              </p:nvSpPr>
              <p:spPr>
                <a:xfrm>
                  <a:off x="-1591395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26" name="Parallelogramm 225">
                  <a:extLst>
                    <a:ext uri="{FF2B5EF4-FFF2-40B4-BE49-F238E27FC236}">
                      <a16:creationId xmlns:a16="http://schemas.microsoft.com/office/drawing/2014/main" id="{BE1BEF70-B3E3-343D-94CC-3D4767245D22}"/>
                    </a:ext>
                  </a:extLst>
                </p:cNvPr>
                <p:cNvSpPr/>
                <p:nvPr/>
              </p:nvSpPr>
              <p:spPr>
                <a:xfrm>
                  <a:off x="-1472359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27" name="Parallelogramm 226">
                  <a:extLst>
                    <a:ext uri="{FF2B5EF4-FFF2-40B4-BE49-F238E27FC236}">
                      <a16:creationId xmlns:a16="http://schemas.microsoft.com/office/drawing/2014/main" id="{E1F986EB-9E61-0474-AAE5-66DAADACF097}"/>
                    </a:ext>
                  </a:extLst>
                </p:cNvPr>
                <p:cNvSpPr/>
                <p:nvPr/>
              </p:nvSpPr>
              <p:spPr>
                <a:xfrm>
                  <a:off x="-1531877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28" name="Parallelogramm 227">
                  <a:extLst>
                    <a:ext uri="{FF2B5EF4-FFF2-40B4-BE49-F238E27FC236}">
                      <a16:creationId xmlns:a16="http://schemas.microsoft.com/office/drawing/2014/main" id="{320683DD-F0CC-D4A9-013E-4D772E190A64}"/>
                    </a:ext>
                  </a:extLst>
                </p:cNvPr>
                <p:cNvSpPr/>
                <p:nvPr/>
              </p:nvSpPr>
              <p:spPr>
                <a:xfrm>
                  <a:off x="-1412841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29" name="Parallelogramm 228">
                  <a:extLst>
                    <a:ext uri="{FF2B5EF4-FFF2-40B4-BE49-F238E27FC236}">
                      <a16:creationId xmlns:a16="http://schemas.microsoft.com/office/drawing/2014/main" id="{58C32AE2-C940-7551-1371-CD0AC51C99F8}"/>
                    </a:ext>
                  </a:extLst>
                </p:cNvPr>
                <p:cNvSpPr/>
                <p:nvPr/>
              </p:nvSpPr>
              <p:spPr>
                <a:xfrm>
                  <a:off x="-1353323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30" name="Parallelogramm 229">
                  <a:extLst>
                    <a:ext uri="{FF2B5EF4-FFF2-40B4-BE49-F238E27FC236}">
                      <a16:creationId xmlns:a16="http://schemas.microsoft.com/office/drawing/2014/main" id="{F6DE5334-1BC5-0603-128D-8C371CF6B447}"/>
                    </a:ext>
                  </a:extLst>
                </p:cNvPr>
                <p:cNvSpPr/>
                <p:nvPr/>
              </p:nvSpPr>
              <p:spPr>
                <a:xfrm>
                  <a:off x="-1293805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31" name="Parallelogramm 230">
                  <a:extLst>
                    <a:ext uri="{FF2B5EF4-FFF2-40B4-BE49-F238E27FC236}">
                      <a16:creationId xmlns:a16="http://schemas.microsoft.com/office/drawing/2014/main" id="{71A1E729-4BCC-DAA8-0639-0562B0C55A59}"/>
                    </a:ext>
                  </a:extLst>
                </p:cNvPr>
                <p:cNvSpPr/>
                <p:nvPr/>
              </p:nvSpPr>
              <p:spPr>
                <a:xfrm>
                  <a:off x="-1234287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32" name="Parallelogramm 231">
                  <a:extLst>
                    <a:ext uri="{FF2B5EF4-FFF2-40B4-BE49-F238E27FC236}">
                      <a16:creationId xmlns:a16="http://schemas.microsoft.com/office/drawing/2014/main" id="{41001C61-17DC-17ED-14BA-300405E03C25}"/>
                    </a:ext>
                  </a:extLst>
                </p:cNvPr>
                <p:cNvSpPr/>
                <p:nvPr/>
              </p:nvSpPr>
              <p:spPr>
                <a:xfrm>
                  <a:off x="-1174769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33" name="Parallelogramm 232">
                  <a:extLst>
                    <a:ext uri="{FF2B5EF4-FFF2-40B4-BE49-F238E27FC236}">
                      <a16:creationId xmlns:a16="http://schemas.microsoft.com/office/drawing/2014/main" id="{3E507949-0067-C446-E4BC-F1CCA454D4DE}"/>
                    </a:ext>
                  </a:extLst>
                </p:cNvPr>
                <p:cNvSpPr/>
                <p:nvPr/>
              </p:nvSpPr>
              <p:spPr>
                <a:xfrm>
                  <a:off x="-1115251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34" name="Parallelogramm 233">
                  <a:extLst>
                    <a:ext uri="{FF2B5EF4-FFF2-40B4-BE49-F238E27FC236}">
                      <a16:creationId xmlns:a16="http://schemas.microsoft.com/office/drawing/2014/main" id="{76DA77E0-EDC6-DD44-8E44-4F907E01568C}"/>
                    </a:ext>
                  </a:extLst>
                </p:cNvPr>
                <p:cNvSpPr/>
                <p:nvPr/>
              </p:nvSpPr>
              <p:spPr>
                <a:xfrm>
                  <a:off x="-996215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35" name="Parallelogramm 234">
                  <a:extLst>
                    <a:ext uri="{FF2B5EF4-FFF2-40B4-BE49-F238E27FC236}">
                      <a16:creationId xmlns:a16="http://schemas.microsoft.com/office/drawing/2014/main" id="{514659BC-FA9B-3FE5-081D-7E21951C4E65}"/>
                    </a:ext>
                  </a:extLst>
                </p:cNvPr>
                <p:cNvSpPr/>
                <p:nvPr/>
              </p:nvSpPr>
              <p:spPr>
                <a:xfrm>
                  <a:off x="-1055733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36" name="Parallelogramm 235">
                  <a:extLst>
                    <a:ext uri="{FF2B5EF4-FFF2-40B4-BE49-F238E27FC236}">
                      <a16:creationId xmlns:a16="http://schemas.microsoft.com/office/drawing/2014/main" id="{05750A7D-B294-1EDB-85F0-6A5643933820}"/>
                    </a:ext>
                  </a:extLst>
                </p:cNvPr>
                <p:cNvSpPr/>
                <p:nvPr/>
              </p:nvSpPr>
              <p:spPr>
                <a:xfrm>
                  <a:off x="-936697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37" name="Parallelogramm 236">
                  <a:extLst>
                    <a:ext uri="{FF2B5EF4-FFF2-40B4-BE49-F238E27FC236}">
                      <a16:creationId xmlns:a16="http://schemas.microsoft.com/office/drawing/2014/main" id="{0A4E8923-D969-D686-1685-A12205E16DFA}"/>
                    </a:ext>
                  </a:extLst>
                </p:cNvPr>
                <p:cNvSpPr/>
                <p:nvPr/>
              </p:nvSpPr>
              <p:spPr>
                <a:xfrm>
                  <a:off x="-877179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38" name="Parallelogramm 237">
                  <a:extLst>
                    <a:ext uri="{FF2B5EF4-FFF2-40B4-BE49-F238E27FC236}">
                      <a16:creationId xmlns:a16="http://schemas.microsoft.com/office/drawing/2014/main" id="{CD4BDA46-76DA-AE54-E056-822D4BB1AAE4}"/>
                    </a:ext>
                  </a:extLst>
                </p:cNvPr>
                <p:cNvSpPr/>
                <p:nvPr/>
              </p:nvSpPr>
              <p:spPr>
                <a:xfrm>
                  <a:off x="-817662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</p:grpSp>
          <p:grpSp>
            <p:nvGrpSpPr>
              <p:cNvPr id="188" name="Gruppieren 187">
                <a:extLst>
                  <a:ext uri="{FF2B5EF4-FFF2-40B4-BE49-F238E27FC236}">
                    <a16:creationId xmlns:a16="http://schemas.microsoft.com/office/drawing/2014/main" id="{6CFDECB0-6F8F-B9D4-82EC-126B55506783}"/>
                  </a:ext>
                </a:extLst>
              </p:cNvPr>
              <p:cNvGrpSpPr/>
              <p:nvPr/>
            </p:nvGrpSpPr>
            <p:grpSpPr>
              <a:xfrm>
                <a:off x="-1741384" y="4869160"/>
                <a:ext cx="956914" cy="21328"/>
                <a:chOff x="-1710431" y="4833156"/>
                <a:chExt cx="956914" cy="21328"/>
              </a:xfrm>
            </p:grpSpPr>
            <p:sp>
              <p:nvSpPr>
                <p:cNvPr id="207" name="Parallelogramm 206">
                  <a:extLst>
                    <a:ext uri="{FF2B5EF4-FFF2-40B4-BE49-F238E27FC236}">
                      <a16:creationId xmlns:a16="http://schemas.microsoft.com/office/drawing/2014/main" id="{FC247700-E36B-DE22-C005-978E9A57CDE6}"/>
                    </a:ext>
                  </a:extLst>
                </p:cNvPr>
                <p:cNvSpPr/>
                <p:nvPr/>
              </p:nvSpPr>
              <p:spPr>
                <a:xfrm>
                  <a:off x="-1710431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08" name="Parallelogramm 207">
                  <a:extLst>
                    <a:ext uri="{FF2B5EF4-FFF2-40B4-BE49-F238E27FC236}">
                      <a16:creationId xmlns:a16="http://schemas.microsoft.com/office/drawing/2014/main" id="{71AC0F7F-CAF3-1C7C-CA59-5A3D430E3082}"/>
                    </a:ext>
                  </a:extLst>
                </p:cNvPr>
                <p:cNvSpPr/>
                <p:nvPr/>
              </p:nvSpPr>
              <p:spPr>
                <a:xfrm>
                  <a:off x="-1650913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09" name="Parallelogramm 208">
                  <a:extLst>
                    <a:ext uri="{FF2B5EF4-FFF2-40B4-BE49-F238E27FC236}">
                      <a16:creationId xmlns:a16="http://schemas.microsoft.com/office/drawing/2014/main" id="{BF543EAC-9D15-4FD4-4BD2-4A35CDA52DD2}"/>
                    </a:ext>
                  </a:extLst>
                </p:cNvPr>
                <p:cNvSpPr/>
                <p:nvPr/>
              </p:nvSpPr>
              <p:spPr>
                <a:xfrm>
                  <a:off x="-1591395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10" name="Parallelogramm 209">
                  <a:extLst>
                    <a:ext uri="{FF2B5EF4-FFF2-40B4-BE49-F238E27FC236}">
                      <a16:creationId xmlns:a16="http://schemas.microsoft.com/office/drawing/2014/main" id="{CD88E211-0FC9-5C14-6F1A-178884B0F94C}"/>
                    </a:ext>
                  </a:extLst>
                </p:cNvPr>
                <p:cNvSpPr/>
                <p:nvPr/>
              </p:nvSpPr>
              <p:spPr>
                <a:xfrm>
                  <a:off x="-1472359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11" name="Parallelogramm 210">
                  <a:extLst>
                    <a:ext uri="{FF2B5EF4-FFF2-40B4-BE49-F238E27FC236}">
                      <a16:creationId xmlns:a16="http://schemas.microsoft.com/office/drawing/2014/main" id="{F3A1C084-5923-2093-D8DA-BEE8BC659BD6}"/>
                    </a:ext>
                  </a:extLst>
                </p:cNvPr>
                <p:cNvSpPr/>
                <p:nvPr/>
              </p:nvSpPr>
              <p:spPr>
                <a:xfrm>
                  <a:off x="-1531877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12" name="Parallelogramm 211">
                  <a:extLst>
                    <a:ext uri="{FF2B5EF4-FFF2-40B4-BE49-F238E27FC236}">
                      <a16:creationId xmlns:a16="http://schemas.microsoft.com/office/drawing/2014/main" id="{8D29DBA3-B3FB-2347-8EE0-50B55ACAB970}"/>
                    </a:ext>
                  </a:extLst>
                </p:cNvPr>
                <p:cNvSpPr/>
                <p:nvPr/>
              </p:nvSpPr>
              <p:spPr>
                <a:xfrm>
                  <a:off x="-1412841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13" name="Parallelogramm 212">
                  <a:extLst>
                    <a:ext uri="{FF2B5EF4-FFF2-40B4-BE49-F238E27FC236}">
                      <a16:creationId xmlns:a16="http://schemas.microsoft.com/office/drawing/2014/main" id="{468D56AF-F90E-EC80-CD44-0B9B4BECFF76}"/>
                    </a:ext>
                  </a:extLst>
                </p:cNvPr>
                <p:cNvSpPr/>
                <p:nvPr/>
              </p:nvSpPr>
              <p:spPr>
                <a:xfrm>
                  <a:off x="-1353323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14" name="Parallelogramm 213">
                  <a:extLst>
                    <a:ext uri="{FF2B5EF4-FFF2-40B4-BE49-F238E27FC236}">
                      <a16:creationId xmlns:a16="http://schemas.microsoft.com/office/drawing/2014/main" id="{FBA7FC58-BE46-D284-BEA2-43869856A9E6}"/>
                    </a:ext>
                  </a:extLst>
                </p:cNvPr>
                <p:cNvSpPr/>
                <p:nvPr/>
              </p:nvSpPr>
              <p:spPr>
                <a:xfrm>
                  <a:off x="-1293805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15" name="Parallelogramm 214">
                  <a:extLst>
                    <a:ext uri="{FF2B5EF4-FFF2-40B4-BE49-F238E27FC236}">
                      <a16:creationId xmlns:a16="http://schemas.microsoft.com/office/drawing/2014/main" id="{38D3ACC9-064C-0B1C-3A71-847A9574D7F3}"/>
                    </a:ext>
                  </a:extLst>
                </p:cNvPr>
                <p:cNvSpPr/>
                <p:nvPr/>
              </p:nvSpPr>
              <p:spPr>
                <a:xfrm>
                  <a:off x="-1234287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16" name="Parallelogramm 215">
                  <a:extLst>
                    <a:ext uri="{FF2B5EF4-FFF2-40B4-BE49-F238E27FC236}">
                      <a16:creationId xmlns:a16="http://schemas.microsoft.com/office/drawing/2014/main" id="{09F0992C-4A05-6C2F-71B6-B31D4731C02A}"/>
                    </a:ext>
                  </a:extLst>
                </p:cNvPr>
                <p:cNvSpPr/>
                <p:nvPr/>
              </p:nvSpPr>
              <p:spPr>
                <a:xfrm>
                  <a:off x="-1174769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17" name="Parallelogramm 216">
                  <a:extLst>
                    <a:ext uri="{FF2B5EF4-FFF2-40B4-BE49-F238E27FC236}">
                      <a16:creationId xmlns:a16="http://schemas.microsoft.com/office/drawing/2014/main" id="{41B2B1E8-E28D-8691-3F72-32EAB190DB20}"/>
                    </a:ext>
                  </a:extLst>
                </p:cNvPr>
                <p:cNvSpPr/>
                <p:nvPr/>
              </p:nvSpPr>
              <p:spPr>
                <a:xfrm>
                  <a:off x="-1115251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18" name="Parallelogramm 217">
                  <a:extLst>
                    <a:ext uri="{FF2B5EF4-FFF2-40B4-BE49-F238E27FC236}">
                      <a16:creationId xmlns:a16="http://schemas.microsoft.com/office/drawing/2014/main" id="{0356B6BF-7434-9F84-2E2F-F39FD5C7FCFE}"/>
                    </a:ext>
                  </a:extLst>
                </p:cNvPr>
                <p:cNvSpPr/>
                <p:nvPr/>
              </p:nvSpPr>
              <p:spPr>
                <a:xfrm>
                  <a:off x="-996215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19" name="Parallelogramm 218">
                  <a:extLst>
                    <a:ext uri="{FF2B5EF4-FFF2-40B4-BE49-F238E27FC236}">
                      <a16:creationId xmlns:a16="http://schemas.microsoft.com/office/drawing/2014/main" id="{83BE845E-6943-BB0A-6CAB-7928D89CE88A}"/>
                    </a:ext>
                  </a:extLst>
                </p:cNvPr>
                <p:cNvSpPr/>
                <p:nvPr/>
              </p:nvSpPr>
              <p:spPr>
                <a:xfrm>
                  <a:off x="-1055733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20" name="Parallelogramm 219">
                  <a:extLst>
                    <a:ext uri="{FF2B5EF4-FFF2-40B4-BE49-F238E27FC236}">
                      <a16:creationId xmlns:a16="http://schemas.microsoft.com/office/drawing/2014/main" id="{D0515603-A5F8-14FF-EDED-D00A18C461C7}"/>
                    </a:ext>
                  </a:extLst>
                </p:cNvPr>
                <p:cNvSpPr/>
                <p:nvPr/>
              </p:nvSpPr>
              <p:spPr>
                <a:xfrm>
                  <a:off x="-936697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21" name="Parallelogramm 220">
                  <a:extLst>
                    <a:ext uri="{FF2B5EF4-FFF2-40B4-BE49-F238E27FC236}">
                      <a16:creationId xmlns:a16="http://schemas.microsoft.com/office/drawing/2014/main" id="{C6052EF8-46D8-28E8-5D2F-297E94FC2F76}"/>
                    </a:ext>
                  </a:extLst>
                </p:cNvPr>
                <p:cNvSpPr/>
                <p:nvPr/>
              </p:nvSpPr>
              <p:spPr>
                <a:xfrm>
                  <a:off x="-877179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22" name="Parallelogramm 221">
                  <a:extLst>
                    <a:ext uri="{FF2B5EF4-FFF2-40B4-BE49-F238E27FC236}">
                      <a16:creationId xmlns:a16="http://schemas.microsoft.com/office/drawing/2014/main" id="{E5EAEDBF-681C-869C-FE27-F916856663DD}"/>
                    </a:ext>
                  </a:extLst>
                </p:cNvPr>
                <p:cNvSpPr/>
                <p:nvPr/>
              </p:nvSpPr>
              <p:spPr>
                <a:xfrm>
                  <a:off x="-817662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</p:grpSp>
          <p:grpSp>
            <p:nvGrpSpPr>
              <p:cNvPr id="189" name="Gruppieren 188">
                <a:extLst>
                  <a:ext uri="{FF2B5EF4-FFF2-40B4-BE49-F238E27FC236}">
                    <a16:creationId xmlns:a16="http://schemas.microsoft.com/office/drawing/2014/main" id="{C0BFC0E6-D608-B77B-0BCF-92D191BC021D}"/>
                  </a:ext>
                </a:extLst>
              </p:cNvPr>
              <p:cNvGrpSpPr/>
              <p:nvPr/>
            </p:nvGrpSpPr>
            <p:grpSpPr>
              <a:xfrm>
                <a:off x="-1775296" y="4907935"/>
                <a:ext cx="956914" cy="21328"/>
                <a:chOff x="-1710431" y="4833156"/>
                <a:chExt cx="956914" cy="21328"/>
              </a:xfrm>
            </p:grpSpPr>
            <p:sp>
              <p:nvSpPr>
                <p:cNvPr id="191" name="Parallelogramm 190">
                  <a:extLst>
                    <a:ext uri="{FF2B5EF4-FFF2-40B4-BE49-F238E27FC236}">
                      <a16:creationId xmlns:a16="http://schemas.microsoft.com/office/drawing/2014/main" id="{DA16869A-25AD-633D-FA18-8B6AAAFE07A4}"/>
                    </a:ext>
                  </a:extLst>
                </p:cNvPr>
                <p:cNvSpPr/>
                <p:nvPr/>
              </p:nvSpPr>
              <p:spPr>
                <a:xfrm>
                  <a:off x="-1710431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192" name="Parallelogramm 191">
                  <a:extLst>
                    <a:ext uri="{FF2B5EF4-FFF2-40B4-BE49-F238E27FC236}">
                      <a16:creationId xmlns:a16="http://schemas.microsoft.com/office/drawing/2014/main" id="{6D4E6DA7-58AB-A9EB-0C2D-3135CDD8DA66}"/>
                    </a:ext>
                  </a:extLst>
                </p:cNvPr>
                <p:cNvSpPr/>
                <p:nvPr/>
              </p:nvSpPr>
              <p:spPr>
                <a:xfrm>
                  <a:off x="-1650913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193" name="Parallelogramm 192">
                  <a:extLst>
                    <a:ext uri="{FF2B5EF4-FFF2-40B4-BE49-F238E27FC236}">
                      <a16:creationId xmlns:a16="http://schemas.microsoft.com/office/drawing/2014/main" id="{EBCAFB81-D273-4139-9E17-B4865EEA4553}"/>
                    </a:ext>
                  </a:extLst>
                </p:cNvPr>
                <p:cNvSpPr/>
                <p:nvPr/>
              </p:nvSpPr>
              <p:spPr>
                <a:xfrm>
                  <a:off x="-1591395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194" name="Parallelogramm 193">
                  <a:extLst>
                    <a:ext uri="{FF2B5EF4-FFF2-40B4-BE49-F238E27FC236}">
                      <a16:creationId xmlns:a16="http://schemas.microsoft.com/office/drawing/2014/main" id="{B8F71B4A-41EB-B6CF-C621-34076BA11270}"/>
                    </a:ext>
                  </a:extLst>
                </p:cNvPr>
                <p:cNvSpPr/>
                <p:nvPr/>
              </p:nvSpPr>
              <p:spPr>
                <a:xfrm>
                  <a:off x="-1472359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195" name="Parallelogramm 194">
                  <a:extLst>
                    <a:ext uri="{FF2B5EF4-FFF2-40B4-BE49-F238E27FC236}">
                      <a16:creationId xmlns:a16="http://schemas.microsoft.com/office/drawing/2014/main" id="{8A8E3000-31EB-CFE4-B6BE-F00C25874A49}"/>
                    </a:ext>
                  </a:extLst>
                </p:cNvPr>
                <p:cNvSpPr/>
                <p:nvPr/>
              </p:nvSpPr>
              <p:spPr>
                <a:xfrm>
                  <a:off x="-1531877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196" name="Parallelogramm 195">
                  <a:extLst>
                    <a:ext uri="{FF2B5EF4-FFF2-40B4-BE49-F238E27FC236}">
                      <a16:creationId xmlns:a16="http://schemas.microsoft.com/office/drawing/2014/main" id="{2A89B5F7-4A0B-D781-AC7A-6DF04BAD816A}"/>
                    </a:ext>
                  </a:extLst>
                </p:cNvPr>
                <p:cNvSpPr/>
                <p:nvPr/>
              </p:nvSpPr>
              <p:spPr>
                <a:xfrm>
                  <a:off x="-1412841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197" name="Parallelogramm 196">
                  <a:extLst>
                    <a:ext uri="{FF2B5EF4-FFF2-40B4-BE49-F238E27FC236}">
                      <a16:creationId xmlns:a16="http://schemas.microsoft.com/office/drawing/2014/main" id="{4310227A-D5DD-FE4D-994E-5E3F487E2E94}"/>
                    </a:ext>
                  </a:extLst>
                </p:cNvPr>
                <p:cNvSpPr/>
                <p:nvPr/>
              </p:nvSpPr>
              <p:spPr>
                <a:xfrm>
                  <a:off x="-1353323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198" name="Parallelogramm 197">
                  <a:extLst>
                    <a:ext uri="{FF2B5EF4-FFF2-40B4-BE49-F238E27FC236}">
                      <a16:creationId xmlns:a16="http://schemas.microsoft.com/office/drawing/2014/main" id="{969D8E64-AF75-7D3D-5FCF-79D75FD6B307}"/>
                    </a:ext>
                  </a:extLst>
                </p:cNvPr>
                <p:cNvSpPr/>
                <p:nvPr/>
              </p:nvSpPr>
              <p:spPr>
                <a:xfrm>
                  <a:off x="-1293805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199" name="Parallelogramm 198">
                  <a:extLst>
                    <a:ext uri="{FF2B5EF4-FFF2-40B4-BE49-F238E27FC236}">
                      <a16:creationId xmlns:a16="http://schemas.microsoft.com/office/drawing/2014/main" id="{B088B530-99A5-B34D-2920-E72662330E9B}"/>
                    </a:ext>
                  </a:extLst>
                </p:cNvPr>
                <p:cNvSpPr/>
                <p:nvPr/>
              </p:nvSpPr>
              <p:spPr>
                <a:xfrm>
                  <a:off x="-1234287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00" name="Parallelogramm 199">
                  <a:extLst>
                    <a:ext uri="{FF2B5EF4-FFF2-40B4-BE49-F238E27FC236}">
                      <a16:creationId xmlns:a16="http://schemas.microsoft.com/office/drawing/2014/main" id="{C5777093-FA4C-1604-8600-297A0087D41D}"/>
                    </a:ext>
                  </a:extLst>
                </p:cNvPr>
                <p:cNvSpPr/>
                <p:nvPr/>
              </p:nvSpPr>
              <p:spPr>
                <a:xfrm>
                  <a:off x="-1174769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01" name="Parallelogramm 200">
                  <a:extLst>
                    <a:ext uri="{FF2B5EF4-FFF2-40B4-BE49-F238E27FC236}">
                      <a16:creationId xmlns:a16="http://schemas.microsoft.com/office/drawing/2014/main" id="{26E7025F-1104-EF9A-1AF6-9ACC7F17B94F}"/>
                    </a:ext>
                  </a:extLst>
                </p:cNvPr>
                <p:cNvSpPr/>
                <p:nvPr/>
              </p:nvSpPr>
              <p:spPr>
                <a:xfrm>
                  <a:off x="-1115251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02" name="Parallelogramm 201">
                  <a:extLst>
                    <a:ext uri="{FF2B5EF4-FFF2-40B4-BE49-F238E27FC236}">
                      <a16:creationId xmlns:a16="http://schemas.microsoft.com/office/drawing/2014/main" id="{3394025F-0353-35A7-5DFA-0E6C771BA22A}"/>
                    </a:ext>
                  </a:extLst>
                </p:cNvPr>
                <p:cNvSpPr/>
                <p:nvPr/>
              </p:nvSpPr>
              <p:spPr>
                <a:xfrm>
                  <a:off x="-996215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03" name="Parallelogramm 202">
                  <a:extLst>
                    <a:ext uri="{FF2B5EF4-FFF2-40B4-BE49-F238E27FC236}">
                      <a16:creationId xmlns:a16="http://schemas.microsoft.com/office/drawing/2014/main" id="{FB075DEA-0AD1-64CA-7196-C44D3C2C603C}"/>
                    </a:ext>
                  </a:extLst>
                </p:cNvPr>
                <p:cNvSpPr/>
                <p:nvPr/>
              </p:nvSpPr>
              <p:spPr>
                <a:xfrm>
                  <a:off x="-1055733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04" name="Parallelogramm 203">
                  <a:extLst>
                    <a:ext uri="{FF2B5EF4-FFF2-40B4-BE49-F238E27FC236}">
                      <a16:creationId xmlns:a16="http://schemas.microsoft.com/office/drawing/2014/main" id="{C0ECAF15-2432-C6FC-2E0D-1405F2E196BA}"/>
                    </a:ext>
                  </a:extLst>
                </p:cNvPr>
                <p:cNvSpPr/>
                <p:nvPr/>
              </p:nvSpPr>
              <p:spPr>
                <a:xfrm>
                  <a:off x="-936697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05" name="Parallelogramm 204">
                  <a:extLst>
                    <a:ext uri="{FF2B5EF4-FFF2-40B4-BE49-F238E27FC236}">
                      <a16:creationId xmlns:a16="http://schemas.microsoft.com/office/drawing/2014/main" id="{2330DC07-395E-9212-037B-E1118C62430F}"/>
                    </a:ext>
                  </a:extLst>
                </p:cNvPr>
                <p:cNvSpPr/>
                <p:nvPr/>
              </p:nvSpPr>
              <p:spPr>
                <a:xfrm>
                  <a:off x="-877179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  <p:sp>
              <p:nvSpPr>
                <p:cNvPr id="206" name="Parallelogramm 205">
                  <a:extLst>
                    <a:ext uri="{FF2B5EF4-FFF2-40B4-BE49-F238E27FC236}">
                      <a16:creationId xmlns:a16="http://schemas.microsoft.com/office/drawing/2014/main" id="{0626EF80-5E09-4D4B-D1EE-E39ED21FF50D}"/>
                    </a:ext>
                  </a:extLst>
                </p:cNvPr>
                <p:cNvSpPr/>
                <p:nvPr/>
              </p:nvSpPr>
              <p:spPr>
                <a:xfrm>
                  <a:off x="-817662" y="4833156"/>
                  <a:ext cx="64145" cy="21328"/>
                </a:xfrm>
                <a:prstGeom prst="parallelogram">
                  <a:avLst>
                    <a:gd name="adj" fmla="val 102022"/>
                  </a:avLst>
                </a:prstGeom>
                <a:solidFill>
                  <a:sysClr val="windowText" lastClr="000000">
                    <a:lumMod val="75000"/>
                    <a:lumOff val="25000"/>
                  </a:sysClr>
                </a:solidFill>
                <a:ln w="9525" cap="flat" cmpd="sng" algn="ctr">
                  <a:noFill/>
                  <a:prstDash val="solid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600" b="0" i="0" u="none" strike="noStrike" kern="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ＭＳ Ｐゴシック" charset="0"/>
                    <a:cs typeface="+mn-cs"/>
                  </a:endParaRPr>
                </a:p>
              </p:txBody>
            </p:sp>
          </p:grpSp>
          <p:sp>
            <p:nvSpPr>
              <p:cNvPr id="190" name="Rechteck 189">
                <a:extLst>
                  <a:ext uri="{FF2B5EF4-FFF2-40B4-BE49-F238E27FC236}">
                    <a16:creationId xmlns:a16="http://schemas.microsoft.com/office/drawing/2014/main" id="{52D9587B-ACC0-B1AE-309C-FBF8C39AAEFC}"/>
                  </a:ext>
                </a:extLst>
              </p:cNvPr>
              <p:cNvSpPr/>
              <p:nvPr/>
            </p:nvSpPr>
            <p:spPr>
              <a:xfrm rot="10800000">
                <a:off x="-1715415" y="4789379"/>
                <a:ext cx="1086142" cy="12039"/>
              </a:xfrm>
              <a:prstGeom prst="rect">
                <a:avLst/>
              </a:prstGeom>
              <a:gradFill flip="none" rotWithShape="1">
                <a:gsLst>
                  <a:gs pos="78751">
                    <a:srgbClr val="DDDDDD">
                      <a:lumMod val="21000"/>
                      <a:lumOff val="79000"/>
                    </a:srgbClr>
                  </a:gs>
                  <a:gs pos="100000">
                    <a:srgbClr val="C1C1C1">
                      <a:lumMod val="64000"/>
                      <a:lumOff val="36000"/>
                    </a:srgbClr>
                  </a:gs>
                  <a:gs pos="23739">
                    <a:srgbClr val="C4C4C4">
                      <a:lumMod val="72000"/>
                      <a:lumOff val="28000"/>
                    </a:srgbClr>
                  </a:gs>
                  <a:gs pos="55832">
                    <a:srgbClr val="D6D6D6">
                      <a:lumMod val="52000"/>
                      <a:lumOff val="48000"/>
                    </a:srgbClr>
                  </a:gs>
                  <a:gs pos="41000">
                    <a:srgbClr val="BBBBBB">
                      <a:lumMod val="61000"/>
                      <a:lumOff val="39000"/>
                    </a:srgbClr>
                  </a:gs>
                  <a:gs pos="0">
                    <a:sysClr val="window" lastClr="FFFFFF">
                      <a:lumMod val="67000"/>
                    </a:sysClr>
                  </a:gs>
                </a:gsLst>
                <a:lin ang="5400000" scaled="1"/>
                <a:tileRect/>
              </a:gradFill>
              <a:ln w="9525" cap="flat" cmpd="sng" algn="ctr">
                <a:noFill/>
                <a:prstDash val="solid"/>
              </a:ln>
              <a:effectLst>
                <a:innerShdw blurRad="63500" dist="50800" dir="10800000">
                  <a:prstClr val="black">
                    <a:alpha val="50000"/>
                  </a:prstClr>
                </a:innerShdw>
              </a:effectLst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ＭＳ Ｐゴシック" charset="0"/>
                  <a:cs typeface="+mn-cs"/>
                </a:endParaRPr>
              </a:p>
            </p:txBody>
          </p:sp>
        </p:grpSp>
        <p:pic>
          <p:nvPicPr>
            <p:cNvPr id="177" name="Picture 3">
              <a:extLst>
                <a:ext uri="{FF2B5EF4-FFF2-40B4-BE49-F238E27FC236}">
                  <a16:creationId xmlns:a16="http://schemas.microsoft.com/office/drawing/2014/main" id="{598688BF-78E2-6878-99C9-81568E7E46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617156" y="4196668"/>
              <a:ext cx="638450" cy="82766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grpSp>
        <p:nvGrpSpPr>
          <p:cNvPr id="239" name="Gruppieren 238">
            <a:extLst>
              <a:ext uri="{FF2B5EF4-FFF2-40B4-BE49-F238E27FC236}">
                <a16:creationId xmlns:a16="http://schemas.microsoft.com/office/drawing/2014/main" id="{E2FC9807-1563-59DC-4624-E02238F41692}"/>
              </a:ext>
            </a:extLst>
          </p:cNvPr>
          <p:cNvGrpSpPr/>
          <p:nvPr/>
        </p:nvGrpSpPr>
        <p:grpSpPr>
          <a:xfrm>
            <a:off x="3487847" y="4803811"/>
            <a:ext cx="1466144" cy="1283776"/>
            <a:chOff x="6049526" y="1427988"/>
            <a:chExt cx="1466144" cy="1283776"/>
          </a:xfrm>
        </p:grpSpPr>
        <p:grpSp>
          <p:nvGrpSpPr>
            <p:cNvPr id="240" name="Gruppieren 239">
              <a:extLst>
                <a:ext uri="{FF2B5EF4-FFF2-40B4-BE49-F238E27FC236}">
                  <a16:creationId xmlns:a16="http://schemas.microsoft.com/office/drawing/2014/main" id="{46E7082E-39C1-7592-E713-1EDCB71368A0}"/>
                </a:ext>
              </a:extLst>
            </p:cNvPr>
            <p:cNvGrpSpPr/>
            <p:nvPr/>
          </p:nvGrpSpPr>
          <p:grpSpPr>
            <a:xfrm>
              <a:off x="6049526" y="1427988"/>
              <a:ext cx="1466144" cy="1283776"/>
              <a:chOff x="6049526" y="1427988"/>
              <a:chExt cx="1466144" cy="1283776"/>
            </a:xfrm>
          </p:grpSpPr>
          <p:grpSp>
            <p:nvGrpSpPr>
              <p:cNvPr id="242" name="Gruppieren 241">
                <a:extLst>
                  <a:ext uri="{FF2B5EF4-FFF2-40B4-BE49-F238E27FC236}">
                    <a16:creationId xmlns:a16="http://schemas.microsoft.com/office/drawing/2014/main" id="{6AF3B088-62B7-A20C-4DB1-F067EFE54AF4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6049526" y="1427988"/>
                <a:ext cx="1342618" cy="842006"/>
                <a:chOff x="8328248" y="1523525"/>
                <a:chExt cx="1342618" cy="842006"/>
              </a:xfrm>
              <a:effectLst/>
            </p:grpSpPr>
            <p:grpSp>
              <p:nvGrpSpPr>
                <p:cNvPr id="244" name="Gruppieren 243">
                  <a:extLst>
                    <a:ext uri="{FF2B5EF4-FFF2-40B4-BE49-F238E27FC236}">
                      <a16:creationId xmlns:a16="http://schemas.microsoft.com/office/drawing/2014/main" id="{DC741DA3-A612-8A1B-2BEE-70ABFD2CE54D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487615" y="1523525"/>
                  <a:ext cx="1183251" cy="842006"/>
                  <a:chOff x="8487615" y="1523525"/>
                  <a:chExt cx="1183251" cy="842006"/>
                </a:xfrm>
              </p:grpSpPr>
              <p:sp>
                <p:nvSpPr>
                  <p:cNvPr id="262" name="Box BG Black">
                    <a:extLst>
                      <a:ext uri="{FF2B5EF4-FFF2-40B4-BE49-F238E27FC236}">
                        <a16:creationId xmlns:a16="http://schemas.microsoft.com/office/drawing/2014/main" id="{65660939-E2B7-B1BD-CBB7-46C156EA03CD}"/>
                      </a:ext>
                    </a:extLst>
                  </p:cNvPr>
                  <p:cNvSpPr/>
                  <p:nvPr/>
                </p:nvSpPr>
                <p:spPr>
                  <a:xfrm>
                    <a:off x="8487615" y="1523525"/>
                    <a:ext cx="1183036" cy="842006"/>
                  </a:xfrm>
                  <a:prstGeom prst="roundRect">
                    <a:avLst/>
                  </a:prstGeom>
                  <a:solidFill>
                    <a:schemeClr val="tx1">
                      <a:lumMod val="75000"/>
                      <a:lumOff val="25000"/>
                    </a:schemeClr>
                  </a:solidFill>
                  <a:ln>
                    <a:noFill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263" name="Box Dock">
                    <a:extLst>
                      <a:ext uri="{FF2B5EF4-FFF2-40B4-BE49-F238E27FC236}">
                        <a16:creationId xmlns:a16="http://schemas.microsoft.com/office/drawing/2014/main" id="{E35DB9C5-9F56-7038-B00F-E45CC80F30CD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85412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270" name="Box Dock BB">
                      <a:extLst>
                        <a:ext uri="{FF2B5EF4-FFF2-40B4-BE49-F238E27FC236}">
                          <a16:creationId xmlns:a16="http://schemas.microsoft.com/office/drawing/2014/main" id="{53CC97FA-530E-23B6-DC8D-3EBBFE092CD6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71" name="Box Dock TT">
                      <a:extLst>
                        <a:ext uri="{FF2B5EF4-FFF2-40B4-BE49-F238E27FC236}">
                          <a16:creationId xmlns:a16="http://schemas.microsoft.com/office/drawing/2014/main" id="{08F7BB29-A916-EB78-3797-2FEF9D924FCF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72" name="Box Dock TM">
                      <a:extLst>
                        <a:ext uri="{FF2B5EF4-FFF2-40B4-BE49-F238E27FC236}">
                          <a16:creationId xmlns:a16="http://schemas.microsoft.com/office/drawing/2014/main" id="{8BC23010-F23E-6B12-BC6E-5C915B790138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73" name="Box Dock BM">
                      <a:extLst>
                        <a:ext uri="{FF2B5EF4-FFF2-40B4-BE49-F238E27FC236}">
                          <a16:creationId xmlns:a16="http://schemas.microsoft.com/office/drawing/2014/main" id="{6F4C9B68-35F1-516F-C2B1-6D965C3F50C6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74" name="Box Dock TM">
                      <a:extLst>
                        <a:ext uri="{FF2B5EF4-FFF2-40B4-BE49-F238E27FC236}">
                          <a16:creationId xmlns:a16="http://schemas.microsoft.com/office/drawing/2014/main" id="{FEBB2100-8295-02E2-8860-0EA7BBAD7B9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  <p:grpSp>
                <p:nvGrpSpPr>
                  <p:cNvPr id="264" name="Box Dock">
                    <a:extLst>
                      <a:ext uri="{FF2B5EF4-FFF2-40B4-BE49-F238E27FC236}">
                        <a16:creationId xmlns:a16="http://schemas.microsoft.com/office/drawing/2014/main" id="{45729A62-EEF4-F5A1-BCB6-07F4CDA6B0EC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487615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265" name="Box Dock BB">
                      <a:extLst>
                        <a:ext uri="{FF2B5EF4-FFF2-40B4-BE49-F238E27FC236}">
                          <a16:creationId xmlns:a16="http://schemas.microsoft.com/office/drawing/2014/main" id="{98AA383B-D48A-03BB-F36E-5005286E997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66" name="Box Dock TT">
                      <a:extLst>
                        <a:ext uri="{FF2B5EF4-FFF2-40B4-BE49-F238E27FC236}">
                          <a16:creationId xmlns:a16="http://schemas.microsoft.com/office/drawing/2014/main" id="{C361E453-5C65-B903-9184-B342927B42CE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67" name="Box Dock TM">
                      <a:extLst>
                        <a:ext uri="{FF2B5EF4-FFF2-40B4-BE49-F238E27FC236}">
                          <a16:creationId xmlns:a16="http://schemas.microsoft.com/office/drawing/2014/main" id="{57677CA2-E0CB-FA90-1B1D-1DA275F539B7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68" name="Box Dock BM">
                      <a:extLst>
                        <a:ext uri="{FF2B5EF4-FFF2-40B4-BE49-F238E27FC236}">
                          <a16:creationId xmlns:a16="http://schemas.microsoft.com/office/drawing/2014/main" id="{573BF6D3-7DCA-0D41-626F-9CA7AA4082D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69" name="Box Dock TM">
                      <a:extLst>
                        <a:ext uri="{FF2B5EF4-FFF2-40B4-BE49-F238E27FC236}">
                          <a16:creationId xmlns:a16="http://schemas.microsoft.com/office/drawing/2014/main" id="{229B63E6-067D-E9FC-2483-159A9D71AFE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245" name="Box Dock">
                  <a:extLst>
                    <a:ext uri="{FF2B5EF4-FFF2-40B4-BE49-F238E27FC236}">
                      <a16:creationId xmlns:a16="http://schemas.microsoft.com/office/drawing/2014/main" id="{CB44C5DF-D4B4-8883-45F3-DD4E7C35765D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9543391" y="1686102"/>
                  <a:ext cx="85454" cy="516852"/>
                  <a:chOff x="6734408" y="1594976"/>
                  <a:chExt cx="85454" cy="625391"/>
                </a:xfrm>
                <a:solidFill>
                  <a:srgbClr val="D99694">
                    <a:alpha val="0"/>
                  </a:srgbClr>
                </a:solidFill>
              </p:grpSpPr>
              <p:sp>
                <p:nvSpPr>
                  <p:cNvPr id="257" name="DAL Dock BB">
                    <a:extLst>
                      <a:ext uri="{FF2B5EF4-FFF2-40B4-BE49-F238E27FC236}">
                        <a16:creationId xmlns:a16="http://schemas.microsoft.com/office/drawing/2014/main" id="{D9FB0B10-177B-BEBB-8C42-D363565A2A1B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2126368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58" name="DAL Dock BM">
                    <a:extLst>
                      <a:ext uri="{FF2B5EF4-FFF2-40B4-BE49-F238E27FC236}">
                        <a16:creationId xmlns:a16="http://schemas.microsoft.com/office/drawing/2014/main" id="{EF1E00C9-2A0D-F7A4-C427-583E38D11418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993521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59" name="DAL Dock MM">
                    <a:extLst>
                      <a:ext uri="{FF2B5EF4-FFF2-40B4-BE49-F238E27FC236}">
                        <a16:creationId xmlns:a16="http://schemas.microsoft.com/office/drawing/2014/main" id="{D2732AA8-3E3A-B09A-1AE9-C01B9E85AB8D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860673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60" name="DAL Dock TM">
                    <a:extLst>
                      <a:ext uri="{FF2B5EF4-FFF2-40B4-BE49-F238E27FC236}">
                        <a16:creationId xmlns:a16="http://schemas.microsoft.com/office/drawing/2014/main" id="{ABE8FA57-3B22-CEE9-139D-82FFA882C745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727824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61" name="DAL Dock TT">
                    <a:extLst>
                      <a:ext uri="{FF2B5EF4-FFF2-40B4-BE49-F238E27FC236}">
                        <a16:creationId xmlns:a16="http://schemas.microsoft.com/office/drawing/2014/main" id="{9E4E782F-7ADC-99BD-AD56-075E5F02E67C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594976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246" name="Gruppieren 245">
                  <a:extLst>
                    <a:ext uri="{FF2B5EF4-FFF2-40B4-BE49-F238E27FC236}">
                      <a16:creationId xmlns:a16="http://schemas.microsoft.com/office/drawing/2014/main" id="{6A7EB564-3DA4-CFA0-D62D-E8E97A35DE67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328248" y="1569340"/>
                  <a:ext cx="486693" cy="750377"/>
                  <a:chOff x="8328248" y="1569340"/>
                  <a:chExt cx="486693" cy="750377"/>
                </a:xfrm>
              </p:grpSpPr>
              <p:sp>
                <p:nvSpPr>
                  <p:cNvPr id="250" name="PL BG Blue">
                    <a:extLst>
                      <a:ext uri="{FF2B5EF4-FFF2-40B4-BE49-F238E27FC236}">
                        <a16:creationId xmlns:a16="http://schemas.microsoft.com/office/drawing/2014/main" id="{8E13D1C2-40F0-139C-6BFD-5A639521606B}"/>
                      </a:ext>
                    </a:extLst>
                  </p:cNvPr>
                  <p:cNvSpPr/>
                  <p:nvPr/>
                </p:nvSpPr>
                <p:spPr>
                  <a:xfrm>
                    <a:off x="8328248" y="1569340"/>
                    <a:ext cx="486693" cy="750377"/>
                  </a:xfrm>
                  <a:prstGeom prst="roundRect">
                    <a:avLst>
                      <a:gd name="adj" fmla="val 26461"/>
                    </a:avLst>
                  </a:prstGeom>
                  <a:gradFill flip="none" rotWithShape="1">
                    <a:gsLst>
                      <a:gs pos="0">
                        <a:srgbClr val="00B0F0">
                          <a:shade val="30000"/>
                          <a:satMod val="115000"/>
                        </a:srgbClr>
                      </a:gs>
                      <a:gs pos="100000">
                        <a:srgbClr val="00B0F0">
                          <a:shade val="100000"/>
                          <a:satMod val="115000"/>
                        </a:srgbClr>
                      </a:gs>
                    </a:gsLst>
                    <a:lin ang="0" scaled="1"/>
                    <a:tileRect/>
                  </a:gradFill>
                  <a:ln w="25400" cap="flat" cmpd="sng" algn="ctr">
                    <a:noFill/>
                    <a:prstDash val="solid"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vert="vert270" wrap="none" lIns="0" tIns="0" rIns="0" bIns="0" rtlCol="0" anchor="t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200" b="1" i="0" u="none" strike="noStrike" kern="100" cap="none" spc="-5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rPr>
                      <a:t>Web UI</a:t>
                    </a:r>
                  </a:p>
                </p:txBody>
              </p:sp>
              <p:grpSp>
                <p:nvGrpSpPr>
                  <p:cNvPr id="251" name="Box Dock">
                    <a:extLst>
                      <a:ext uri="{FF2B5EF4-FFF2-40B4-BE49-F238E27FC236}">
                        <a16:creationId xmlns:a16="http://schemas.microsoft.com/office/drawing/2014/main" id="{149FCB5D-5208-FFD0-DCE4-C24D679D5F73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328248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252" name="PL Dock BB">
                      <a:extLst>
                        <a:ext uri="{FF2B5EF4-FFF2-40B4-BE49-F238E27FC236}">
                          <a16:creationId xmlns:a16="http://schemas.microsoft.com/office/drawing/2014/main" id="{A91633BB-704B-7970-743E-69D22562363C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53" name="PL Dock BM">
                      <a:extLst>
                        <a:ext uri="{FF2B5EF4-FFF2-40B4-BE49-F238E27FC236}">
                          <a16:creationId xmlns:a16="http://schemas.microsoft.com/office/drawing/2014/main" id="{FEC99699-F46A-3C0F-BB97-B3E7BC1F7A1A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54" name="PL Dock MM">
                      <a:extLst>
                        <a:ext uri="{FF2B5EF4-FFF2-40B4-BE49-F238E27FC236}">
                          <a16:creationId xmlns:a16="http://schemas.microsoft.com/office/drawing/2014/main" id="{6323B901-8A02-C2C9-BE1B-A8FAE3B074A2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55" name="PL Dock TM">
                      <a:extLst>
                        <a:ext uri="{FF2B5EF4-FFF2-40B4-BE49-F238E27FC236}">
                          <a16:creationId xmlns:a16="http://schemas.microsoft.com/office/drawing/2014/main" id="{DAFE9FA2-8A57-6C29-7CC1-3207210554C2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56" name="PL Dock TT">
                      <a:extLst>
                        <a:ext uri="{FF2B5EF4-FFF2-40B4-BE49-F238E27FC236}">
                          <a16:creationId xmlns:a16="http://schemas.microsoft.com/office/drawing/2014/main" id="{A53C4488-5D23-68BA-7762-61582DA3D01A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247" name="BLL">
                  <a:extLst>
                    <a:ext uri="{FF2B5EF4-FFF2-40B4-BE49-F238E27FC236}">
                      <a16:creationId xmlns:a16="http://schemas.microsoft.com/office/drawing/2014/main" id="{AE8BD5D6-2C88-3B84-FC7A-DAEB886A1AF7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8590275" y="1632089"/>
                  <a:ext cx="977716" cy="624878"/>
                  <a:chOff x="8590275" y="1632089"/>
                  <a:chExt cx="977716" cy="624878"/>
                </a:xfrm>
              </p:grpSpPr>
              <p:sp>
                <p:nvSpPr>
                  <p:cNvPr id="248" name="BLL BG White">
                    <a:extLst>
                      <a:ext uri="{FF2B5EF4-FFF2-40B4-BE49-F238E27FC236}">
                        <a16:creationId xmlns:a16="http://schemas.microsoft.com/office/drawing/2014/main" id="{08930350-C8CA-EE16-4F1B-3C4DFD364FD1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590275" y="1632089"/>
                    <a:ext cx="977716" cy="624878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49" name="BLL BG White">
                    <a:extLst>
                      <a:ext uri="{FF2B5EF4-FFF2-40B4-BE49-F238E27FC236}">
                        <a16:creationId xmlns:a16="http://schemas.microsoft.com/office/drawing/2014/main" id="{99D7C8EC-696C-9DAD-940A-48D31E7C15C3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616672" y="1654783"/>
                    <a:ext cx="924923" cy="579490"/>
                  </a:xfrm>
                  <a:prstGeom prst="roundRect">
                    <a:avLst/>
                  </a:prstGeom>
                  <a:noFill/>
                  <a:ln>
                    <a:solidFill>
                      <a:srgbClr val="FF9C4B"/>
                    </a:solidFill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</p:grpSp>
          </p:grpSp>
          <p:sp>
            <p:nvSpPr>
              <p:cNvPr id="243" name="Textfeld 242">
                <a:extLst>
                  <a:ext uri="{FF2B5EF4-FFF2-40B4-BE49-F238E27FC236}">
                    <a16:creationId xmlns:a16="http://schemas.microsoft.com/office/drawing/2014/main" id="{848B347A-A621-9AB1-A862-5B67855B3A2D}"/>
                  </a:ext>
                </a:extLst>
              </p:cNvPr>
              <p:cNvSpPr txBox="1"/>
              <p:nvPr/>
            </p:nvSpPr>
            <p:spPr>
              <a:xfrm>
                <a:off x="6084196" y="2287032"/>
                <a:ext cx="1431474" cy="424732"/>
              </a:xfrm>
              <a:prstGeom prst="rect">
                <a:avLst/>
              </a:prstGeom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ctr">
                  <a:lnSpc>
                    <a:spcPct val="90000"/>
                  </a:lnSpc>
                  <a:defRPr sz="1200" kern="0"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Calibri" pitchFamily="34" charset="0"/>
                    <a:cs typeface="Calibri" pitchFamily="34" charset="0"/>
                  </a:defRPr>
                </a:lvl1pPr>
              </a:lstStyle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effectLst/>
                    <a:uLnTx/>
                    <a:uFillTx/>
                    <a:latin typeface="Calibri" pitchFamily="34" charset="0"/>
                    <a:ea typeface="+mn-ea"/>
                    <a:cs typeface="Calibri" pitchFamily="34" charset="0"/>
                  </a:rPr>
                  <a:t>Web Shop Frontend</a:t>
                </a:r>
              </a:p>
            </p:txBody>
          </p:sp>
        </p:grpSp>
        <p:pic>
          <p:nvPicPr>
            <p:cNvPr id="241" name="Grafik 240">
              <a:extLst>
                <a:ext uri="{FF2B5EF4-FFF2-40B4-BE49-F238E27FC236}">
                  <a16:creationId xmlns:a16="http://schemas.microsoft.com/office/drawing/2014/main" id="{1AA612E8-E2CB-D2C7-CBA9-AE28F66889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68593" y="1621122"/>
              <a:ext cx="457576" cy="455738"/>
            </a:xfrm>
            <a:prstGeom prst="rect">
              <a:avLst/>
            </a:prstGeom>
          </p:spPr>
        </p:pic>
      </p:grpSp>
      <p:cxnSp>
        <p:nvCxnSpPr>
          <p:cNvPr id="275" name="Gerade Verbindung mit Pfeil 500">
            <a:extLst>
              <a:ext uri="{FF2B5EF4-FFF2-40B4-BE49-F238E27FC236}">
                <a16:creationId xmlns:a16="http://schemas.microsoft.com/office/drawing/2014/main" id="{6EAA52A4-AC48-25E8-0AD9-8AB713BCA4FE}"/>
              </a:ext>
            </a:extLst>
          </p:cNvPr>
          <p:cNvCxnSpPr>
            <a:cxnSpLocks/>
            <a:stCxn id="262" idx="3"/>
            <a:endCxn id="148" idx="1"/>
          </p:cNvCxnSpPr>
          <p:nvPr/>
        </p:nvCxnSpPr>
        <p:spPr>
          <a:xfrm>
            <a:off x="4830250" y="5224814"/>
            <a:ext cx="1043630" cy="7829"/>
          </a:xfrm>
          <a:prstGeom prst="straightConnector1">
            <a:avLst/>
          </a:prstGeom>
          <a:ln w="28575">
            <a:solidFill>
              <a:srgbClr val="00B0F0"/>
            </a:solidFill>
            <a:prstDash val="sysDot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Gerade Verbindung mit Pfeil 13">
            <a:extLst>
              <a:ext uri="{FF2B5EF4-FFF2-40B4-BE49-F238E27FC236}">
                <a16:creationId xmlns:a16="http://schemas.microsoft.com/office/drawing/2014/main" id="{47D94290-F534-CA4D-454F-BD28FDF627BE}"/>
              </a:ext>
            </a:extLst>
          </p:cNvPr>
          <p:cNvCxnSpPr>
            <a:cxnSpLocks/>
            <a:stCxn id="37" idx="3"/>
          </p:cNvCxnSpPr>
          <p:nvPr/>
        </p:nvCxnSpPr>
        <p:spPr>
          <a:xfrm>
            <a:off x="9916288" y="4276341"/>
            <a:ext cx="2265500" cy="297769"/>
          </a:xfrm>
          <a:prstGeom prst="bentConnector3">
            <a:avLst>
              <a:gd name="adj1" fmla="val 50000"/>
            </a:avLst>
          </a:prstGeom>
          <a:ln w="28575">
            <a:solidFill>
              <a:srgbClr val="FF07AC"/>
            </a:solidFill>
            <a:prstDash val="sysDot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2" name="Gruppieren 381">
            <a:extLst>
              <a:ext uri="{FF2B5EF4-FFF2-40B4-BE49-F238E27FC236}">
                <a16:creationId xmlns:a16="http://schemas.microsoft.com/office/drawing/2014/main" id="{F3601AC0-E336-DD61-2255-A1D6F39711A0}"/>
              </a:ext>
            </a:extLst>
          </p:cNvPr>
          <p:cNvGrpSpPr/>
          <p:nvPr/>
        </p:nvGrpSpPr>
        <p:grpSpPr>
          <a:xfrm>
            <a:off x="12144885" y="5860933"/>
            <a:ext cx="1574621" cy="1283776"/>
            <a:chOff x="11725785" y="5022733"/>
            <a:chExt cx="1574621" cy="1283776"/>
          </a:xfrm>
        </p:grpSpPr>
        <p:grpSp>
          <p:nvGrpSpPr>
            <p:cNvPr id="93" name="Gruppieren 92">
              <a:extLst>
                <a:ext uri="{FF2B5EF4-FFF2-40B4-BE49-F238E27FC236}">
                  <a16:creationId xmlns:a16="http://schemas.microsoft.com/office/drawing/2014/main" id="{93B23F71-3B9C-47A4-002D-5F3F70774B08}"/>
                </a:ext>
              </a:extLst>
            </p:cNvPr>
            <p:cNvGrpSpPr/>
            <p:nvPr/>
          </p:nvGrpSpPr>
          <p:grpSpPr>
            <a:xfrm>
              <a:off x="11725785" y="5022733"/>
              <a:ext cx="1574621" cy="1283776"/>
              <a:chOff x="7918897" y="1427988"/>
              <a:chExt cx="1574621" cy="1283776"/>
            </a:xfrm>
          </p:grpSpPr>
          <p:grpSp>
            <p:nvGrpSpPr>
              <p:cNvPr id="94" name="Gruppieren 93">
                <a:extLst>
                  <a:ext uri="{FF2B5EF4-FFF2-40B4-BE49-F238E27FC236}">
                    <a16:creationId xmlns:a16="http://schemas.microsoft.com/office/drawing/2014/main" id="{272754BD-A5FA-132E-D250-AFE662A8B89B}"/>
                  </a:ext>
                </a:extLst>
              </p:cNvPr>
              <p:cNvGrpSpPr/>
              <p:nvPr/>
            </p:nvGrpSpPr>
            <p:grpSpPr>
              <a:xfrm>
                <a:off x="7918897" y="1427988"/>
                <a:ext cx="1574621" cy="1283776"/>
                <a:chOff x="6012623" y="1427988"/>
                <a:chExt cx="1574621" cy="1283776"/>
              </a:xfrm>
            </p:grpSpPr>
            <p:grpSp>
              <p:nvGrpSpPr>
                <p:cNvPr id="96" name="Gruppieren 95">
                  <a:extLst>
                    <a:ext uri="{FF2B5EF4-FFF2-40B4-BE49-F238E27FC236}">
                      <a16:creationId xmlns:a16="http://schemas.microsoft.com/office/drawing/2014/main" id="{4629156C-2CB9-255F-5133-5AD1BAC737A3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6049526" y="1427988"/>
                  <a:ext cx="1342618" cy="842006"/>
                  <a:chOff x="8328248" y="1523525"/>
                  <a:chExt cx="1342618" cy="842006"/>
                </a:xfrm>
                <a:effectLst/>
              </p:grpSpPr>
              <p:grpSp>
                <p:nvGrpSpPr>
                  <p:cNvPr id="98" name="Gruppieren 97">
                    <a:extLst>
                      <a:ext uri="{FF2B5EF4-FFF2-40B4-BE49-F238E27FC236}">
                        <a16:creationId xmlns:a16="http://schemas.microsoft.com/office/drawing/2014/main" id="{FC08BB1A-01FA-C596-DC7D-11E4BC2A25EE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487615" y="1523525"/>
                    <a:ext cx="1183251" cy="842006"/>
                    <a:chOff x="8487615" y="1523525"/>
                    <a:chExt cx="1183251" cy="842006"/>
                  </a:xfrm>
                </p:grpSpPr>
                <p:sp>
                  <p:nvSpPr>
                    <p:cNvPr id="116" name="Box BG Black">
                      <a:extLst>
                        <a:ext uri="{FF2B5EF4-FFF2-40B4-BE49-F238E27FC236}">
                          <a16:creationId xmlns:a16="http://schemas.microsoft.com/office/drawing/2014/main" id="{4E2FA874-4DB7-20C7-4D8D-ADE9290A436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87615" y="1523525"/>
                      <a:ext cx="1183036" cy="842006"/>
                    </a:xfrm>
                    <a:prstGeom prst="roundRect">
                      <a:avLst/>
                    </a:prstGeom>
                    <a:solidFill>
                      <a:schemeClr val="tx1">
                        <a:lumMod val="75000"/>
                        <a:lumOff val="25000"/>
                      </a:schemeClr>
                    </a:solidFill>
                    <a:ln>
                      <a:noFill/>
                    </a:ln>
                    <a:effectLst>
                      <a:outerShdw blurRad="63500" sx="102000" sy="102000" algn="ctr" rotWithShape="0">
                        <a:prstClr val="black">
                          <a:alpha val="40000"/>
                        </a:prstClr>
                      </a:outerShdw>
                    </a:effectLst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p:txBody>
                </p:sp>
                <p:grpSp>
                  <p:nvGrpSpPr>
                    <p:cNvPr id="117" name="Box Dock">
                      <a:extLst>
                        <a:ext uri="{FF2B5EF4-FFF2-40B4-BE49-F238E27FC236}">
                          <a16:creationId xmlns:a16="http://schemas.microsoft.com/office/drawing/2014/main" id="{FB437408-99FF-1328-E9EC-9F10F3654560}"/>
                        </a:ext>
                      </a:extLst>
                    </p:cNvPr>
                    <p:cNvGrpSpPr>
                      <a:grpSpLocks noGrp="1" noUngrp="1" noRot="1" noMove="1" noResize="1"/>
                    </p:cNvGrpSpPr>
                    <p:nvPr/>
                  </p:nvGrpSpPr>
                  <p:grpSpPr>
                    <a:xfrm>
                      <a:off x="9585412" y="1686102"/>
                      <a:ext cx="85454" cy="516852"/>
                      <a:chOff x="6734408" y="1594976"/>
                      <a:chExt cx="85454" cy="625391"/>
                    </a:xfrm>
                    <a:solidFill>
                      <a:srgbClr val="D99694">
                        <a:alpha val="0"/>
                      </a:srgbClr>
                    </a:solidFill>
                  </p:grpSpPr>
                  <p:sp>
                    <p:nvSpPr>
                      <p:cNvPr id="124" name="Box Dock BB">
                        <a:extLst>
                          <a:ext uri="{FF2B5EF4-FFF2-40B4-BE49-F238E27FC236}">
                            <a16:creationId xmlns:a16="http://schemas.microsoft.com/office/drawing/2014/main" id="{12094593-F138-C139-EC01-F7E7678BBDDE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2126368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25" name="Box Dock TT">
                        <a:extLst>
                          <a:ext uri="{FF2B5EF4-FFF2-40B4-BE49-F238E27FC236}">
                            <a16:creationId xmlns:a16="http://schemas.microsoft.com/office/drawing/2014/main" id="{CEC0E512-25F6-C562-8181-77BB386BD300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594976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26" name="Box Dock TM">
                        <a:extLst>
                          <a:ext uri="{FF2B5EF4-FFF2-40B4-BE49-F238E27FC236}">
                            <a16:creationId xmlns:a16="http://schemas.microsoft.com/office/drawing/2014/main" id="{F909DF76-BF8C-B98A-A5D2-8DBE683033A9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727824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27" name="Box Dock BM">
                        <a:extLst>
                          <a:ext uri="{FF2B5EF4-FFF2-40B4-BE49-F238E27FC236}">
                            <a16:creationId xmlns:a16="http://schemas.microsoft.com/office/drawing/2014/main" id="{58E593AD-8A02-3C05-1F6C-FAF88E32BF8A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993521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28" name="Box Dock TM">
                        <a:extLst>
                          <a:ext uri="{FF2B5EF4-FFF2-40B4-BE49-F238E27FC236}">
                            <a16:creationId xmlns:a16="http://schemas.microsoft.com/office/drawing/2014/main" id="{085FE4D1-F52D-0607-9AED-7FD8D4691090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860673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</p:grpSp>
                <p:grpSp>
                  <p:nvGrpSpPr>
                    <p:cNvPr id="118" name="Box Dock">
                      <a:extLst>
                        <a:ext uri="{FF2B5EF4-FFF2-40B4-BE49-F238E27FC236}">
                          <a16:creationId xmlns:a16="http://schemas.microsoft.com/office/drawing/2014/main" id="{C79B8804-9962-447A-5872-23637EB28826}"/>
                        </a:ext>
                      </a:extLst>
                    </p:cNvPr>
                    <p:cNvGrpSpPr>
                      <a:grpSpLocks noGrp="1" noUngrp="1" noRot="1" noMove="1" noResize="1"/>
                    </p:cNvGrpSpPr>
                    <p:nvPr/>
                  </p:nvGrpSpPr>
                  <p:grpSpPr>
                    <a:xfrm>
                      <a:off x="8487615" y="1686102"/>
                      <a:ext cx="85454" cy="516852"/>
                      <a:chOff x="6734408" y="1594976"/>
                      <a:chExt cx="85454" cy="625391"/>
                    </a:xfrm>
                    <a:solidFill>
                      <a:srgbClr val="D99694">
                        <a:alpha val="0"/>
                      </a:srgbClr>
                    </a:solidFill>
                  </p:grpSpPr>
                  <p:sp>
                    <p:nvSpPr>
                      <p:cNvPr id="119" name="Box Dock BB">
                        <a:extLst>
                          <a:ext uri="{FF2B5EF4-FFF2-40B4-BE49-F238E27FC236}">
                            <a16:creationId xmlns:a16="http://schemas.microsoft.com/office/drawing/2014/main" id="{53CAF9F4-0D48-CC97-BBDD-E81F3EF278E8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2126368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20" name="Box Dock TT">
                        <a:extLst>
                          <a:ext uri="{FF2B5EF4-FFF2-40B4-BE49-F238E27FC236}">
                            <a16:creationId xmlns:a16="http://schemas.microsoft.com/office/drawing/2014/main" id="{BFD6E884-61E1-809D-9FF7-0D23DB472984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594976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21" name="Box Dock TM">
                        <a:extLst>
                          <a:ext uri="{FF2B5EF4-FFF2-40B4-BE49-F238E27FC236}">
                            <a16:creationId xmlns:a16="http://schemas.microsoft.com/office/drawing/2014/main" id="{0079C067-8DC0-63FF-222F-5E221740C112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727824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22" name="Box Dock BM">
                        <a:extLst>
                          <a:ext uri="{FF2B5EF4-FFF2-40B4-BE49-F238E27FC236}">
                            <a16:creationId xmlns:a16="http://schemas.microsoft.com/office/drawing/2014/main" id="{4D011CFA-B3A8-561C-BFC9-6D989CA828F8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993521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23" name="Box Dock TM">
                        <a:extLst>
                          <a:ext uri="{FF2B5EF4-FFF2-40B4-BE49-F238E27FC236}">
                            <a16:creationId xmlns:a16="http://schemas.microsoft.com/office/drawing/2014/main" id="{3635F9D0-3493-F18A-F5DF-D262C57BC5C3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860673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</p:grpSp>
              </p:grpSp>
              <p:grpSp>
                <p:nvGrpSpPr>
                  <p:cNvPr id="99" name="Box Dock">
                    <a:extLst>
                      <a:ext uri="{FF2B5EF4-FFF2-40B4-BE49-F238E27FC236}">
                        <a16:creationId xmlns:a16="http://schemas.microsoft.com/office/drawing/2014/main" id="{D3207937-160E-D534-07C3-D02D3A4468AE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43391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111" name="DAL Dock BB">
                      <a:extLst>
                        <a:ext uri="{FF2B5EF4-FFF2-40B4-BE49-F238E27FC236}">
                          <a16:creationId xmlns:a16="http://schemas.microsoft.com/office/drawing/2014/main" id="{8800EE9B-3743-24BE-2DDB-054516A7CB16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12" name="DAL Dock BM">
                      <a:extLst>
                        <a:ext uri="{FF2B5EF4-FFF2-40B4-BE49-F238E27FC236}">
                          <a16:creationId xmlns:a16="http://schemas.microsoft.com/office/drawing/2014/main" id="{14F0506F-3C58-FEA3-D696-779DE5D99D89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13" name="DAL Dock MM">
                      <a:extLst>
                        <a:ext uri="{FF2B5EF4-FFF2-40B4-BE49-F238E27FC236}">
                          <a16:creationId xmlns:a16="http://schemas.microsoft.com/office/drawing/2014/main" id="{8AF0718B-C9FD-F3A4-50EB-9416DF1595DC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14" name="DAL Dock TM">
                      <a:extLst>
                        <a:ext uri="{FF2B5EF4-FFF2-40B4-BE49-F238E27FC236}">
                          <a16:creationId xmlns:a16="http://schemas.microsoft.com/office/drawing/2014/main" id="{9290B5E1-825E-5C5F-77AA-66D489C252DB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115" name="DAL Dock TT">
                      <a:extLst>
                        <a:ext uri="{FF2B5EF4-FFF2-40B4-BE49-F238E27FC236}">
                          <a16:creationId xmlns:a16="http://schemas.microsoft.com/office/drawing/2014/main" id="{63D50932-9D43-56BC-5BDD-60422F40E17F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  <p:grpSp>
                <p:nvGrpSpPr>
                  <p:cNvPr id="100" name="Gruppieren 99">
                    <a:extLst>
                      <a:ext uri="{FF2B5EF4-FFF2-40B4-BE49-F238E27FC236}">
                        <a16:creationId xmlns:a16="http://schemas.microsoft.com/office/drawing/2014/main" id="{8067CA58-E279-298A-4F47-FA498EA1AFFE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328248" y="1569340"/>
                    <a:ext cx="486693" cy="750377"/>
                    <a:chOff x="8328248" y="1569340"/>
                    <a:chExt cx="486693" cy="750377"/>
                  </a:xfrm>
                </p:grpSpPr>
                <p:sp>
                  <p:nvSpPr>
                    <p:cNvPr id="104" name="PL BG Blue">
                      <a:extLst>
                        <a:ext uri="{FF2B5EF4-FFF2-40B4-BE49-F238E27FC236}">
                          <a16:creationId xmlns:a16="http://schemas.microsoft.com/office/drawing/2014/main" id="{53710395-79DB-8A24-8584-70040F2614C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28248" y="1569340"/>
                      <a:ext cx="486693" cy="750377"/>
                    </a:xfrm>
                    <a:prstGeom prst="roundRect">
                      <a:avLst>
                        <a:gd name="adj" fmla="val 26461"/>
                      </a:avLst>
                    </a:prstGeom>
                    <a:gradFill flip="none" rotWithShape="1">
                      <a:gsLst>
                        <a:gs pos="0">
                          <a:srgbClr val="00B0F0">
                            <a:shade val="30000"/>
                            <a:satMod val="115000"/>
                          </a:srgbClr>
                        </a:gs>
                        <a:gs pos="100000">
                          <a:srgbClr val="00B0F0">
                            <a:shade val="100000"/>
                            <a:satMod val="115000"/>
                          </a:srgbClr>
                        </a:gs>
                      </a:gsLst>
                      <a:lin ang="0" scaled="1"/>
                      <a:tileRect/>
                    </a:gradFill>
                    <a:ln w="25400" cap="flat" cmpd="sng" algn="ctr">
                      <a:noFill/>
                      <a:prstDash val="solid"/>
                    </a:ln>
                    <a:effectLst>
                      <a:outerShdw blurRad="63500" sx="102000" sy="102000" algn="ctr" rotWithShape="0">
                        <a:prstClr val="black">
                          <a:alpha val="40000"/>
                        </a:prstClr>
                      </a:outerShdw>
                    </a:effectLst>
                  </p:spPr>
                  <p:txBody>
                    <a:bodyPr vert="vert270" wrap="none" lIns="0" tIns="0" rIns="0" bIns="0" rtlCol="0" anchor="t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00" cap="none" spc="-5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Redis API</a:t>
                      </a:r>
                    </a:p>
                  </p:txBody>
                </p:sp>
                <p:grpSp>
                  <p:nvGrpSpPr>
                    <p:cNvPr id="105" name="Box Dock">
                      <a:extLst>
                        <a:ext uri="{FF2B5EF4-FFF2-40B4-BE49-F238E27FC236}">
                          <a16:creationId xmlns:a16="http://schemas.microsoft.com/office/drawing/2014/main" id="{BE71E323-72D7-EF4F-3043-2572DF6EBE49}"/>
                        </a:ext>
                      </a:extLst>
                    </p:cNvPr>
                    <p:cNvGrpSpPr>
                      <a:grpSpLocks noGrp="1" noUngrp="1" noRot="1" noMove="1" noResize="1"/>
                    </p:cNvGrpSpPr>
                    <p:nvPr/>
                  </p:nvGrpSpPr>
                  <p:grpSpPr>
                    <a:xfrm>
                      <a:off x="8328248" y="1686102"/>
                      <a:ext cx="85454" cy="516852"/>
                      <a:chOff x="6734408" y="1594976"/>
                      <a:chExt cx="85454" cy="625391"/>
                    </a:xfrm>
                    <a:solidFill>
                      <a:srgbClr val="D99694">
                        <a:alpha val="0"/>
                      </a:srgbClr>
                    </a:solidFill>
                  </p:grpSpPr>
                  <p:sp>
                    <p:nvSpPr>
                      <p:cNvPr id="106" name="PL Dock BB">
                        <a:extLst>
                          <a:ext uri="{FF2B5EF4-FFF2-40B4-BE49-F238E27FC236}">
                            <a16:creationId xmlns:a16="http://schemas.microsoft.com/office/drawing/2014/main" id="{30131758-187D-F516-738C-90D467044451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2126368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07" name="PL Dock BM">
                        <a:extLst>
                          <a:ext uri="{FF2B5EF4-FFF2-40B4-BE49-F238E27FC236}">
                            <a16:creationId xmlns:a16="http://schemas.microsoft.com/office/drawing/2014/main" id="{D9A76EA5-FE46-4F03-93B7-0AB9ABC86B1B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993521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08" name="PL Dock MM">
                        <a:extLst>
                          <a:ext uri="{FF2B5EF4-FFF2-40B4-BE49-F238E27FC236}">
                            <a16:creationId xmlns:a16="http://schemas.microsoft.com/office/drawing/2014/main" id="{31951452-1765-8DB9-5A84-C8D8EB273C99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860673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09" name="PL Dock TM">
                        <a:extLst>
                          <a:ext uri="{FF2B5EF4-FFF2-40B4-BE49-F238E27FC236}">
                            <a16:creationId xmlns:a16="http://schemas.microsoft.com/office/drawing/2014/main" id="{D0660A1B-F491-6723-FFFD-2D13A3801E2E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727824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110" name="PL Dock TT">
                        <a:extLst>
                          <a:ext uri="{FF2B5EF4-FFF2-40B4-BE49-F238E27FC236}">
                            <a16:creationId xmlns:a16="http://schemas.microsoft.com/office/drawing/2014/main" id="{B801B4D1-F8BA-154C-7A81-9270F1139BB4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594976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</p:grpSp>
              </p:grpSp>
              <p:grpSp>
                <p:nvGrpSpPr>
                  <p:cNvPr id="101" name="BLL">
                    <a:extLst>
                      <a:ext uri="{FF2B5EF4-FFF2-40B4-BE49-F238E27FC236}">
                        <a16:creationId xmlns:a16="http://schemas.microsoft.com/office/drawing/2014/main" id="{16449ED9-B493-8504-2970-13E82C803A60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>
                  <a:xfrm>
                    <a:off x="8590275" y="1632089"/>
                    <a:ext cx="977716" cy="624878"/>
                    <a:chOff x="8590275" y="1632089"/>
                    <a:chExt cx="977716" cy="624878"/>
                  </a:xfrm>
                </p:grpSpPr>
                <p:sp>
                  <p:nvSpPr>
                    <p:cNvPr id="102" name="BLL BG White">
                      <a:extLst>
                        <a:ext uri="{FF2B5EF4-FFF2-40B4-BE49-F238E27FC236}">
                          <a16:creationId xmlns:a16="http://schemas.microsoft.com/office/drawing/2014/main" id="{5800175F-181B-69D1-6859-38F574338536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>
                    <a:xfrm>
                      <a:off x="8590275" y="1632089"/>
                      <a:ext cx="977716" cy="624878"/>
                    </a:xfrm>
                    <a:prstGeom prst="roundRect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bg1"/>
                      </a:solidFill>
                    </a:ln>
                    <a:effectLst>
                      <a:outerShdw blurRad="63500" sx="102000" sy="102000" algn="ctr" rotWithShape="0">
                        <a:prstClr val="black">
                          <a:alpha val="40000"/>
                        </a:prstClr>
                      </a:outerShdw>
                    </a:effectLst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103" name="BLL BG White">
                      <a:extLst>
                        <a:ext uri="{FF2B5EF4-FFF2-40B4-BE49-F238E27FC236}">
                          <a16:creationId xmlns:a16="http://schemas.microsoft.com/office/drawing/2014/main" id="{261EB195-24F5-A593-68C7-24598B78FF69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>
                    <a:xfrm>
                      <a:off x="8616672" y="1654783"/>
                      <a:ext cx="924923" cy="579490"/>
                    </a:xfrm>
                    <a:prstGeom prst="roundRect">
                      <a:avLst/>
                    </a:prstGeom>
                    <a:noFill/>
                    <a:ln>
                      <a:solidFill>
                        <a:srgbClr val="C52EBE"/>
                      </a:solidFill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sp>
              <p:nvSpPr>
                <p:cNvPr id="97" name="Textfeld 96">
                  <a:extLst>
                    <a:ext uri="{FF2B5EF4-FFF2-40B4-BE49-F238E27FC236}">
                      <a16:creationId xmlns:a16="http://schemas.microsoft.com/office/drawing/2014/main" id="{4086064C-6D79-D1C1-65B2-430F5BFED15F}"/>
                    </a:ext>
                  </a:extLst>
                </p:cNvPr>
                <p:cNvSpPr txBox="1"/>
                <p:nvPr/>
              </p:nvSpPr>
              <p:spPr>
                <a:xfrm>
                  <a:off x="6012623" y="2287032"/>
                  <a:ext cx="1574621" cy="424732"/>
                </a:xfrm>
                <a:prstGeom prst="rect">
                  <a:avLst/>
                </a:prstGeom>
              </p:spPr>
              <p:txBody>
                <a:bodyPr wrap="square" rtlCol="0">
                  <a:spAutoFit/>
                </a:bodyPr>
                <a:lstStyle>
                  <a:defPPr>
                    <a:defRPr lang="en-US"/>
                  </a:defPPr>
                  <a:lvl1pPr algn="ctr">
                    <a:lnSpc>
                      <a:spcPct val="90000"/>
                    </a:lnSpc>
                    <a:defRPr sz="1200" kern="0">
                      <a:solidFill>
                        <a:prstClr val="black">
                          <a:lumMod val="75000"/>
                          <a:lumOff val="25000"/>
                        </a:prstClr>
                      </a:solidFill>
                      <a:latin typeface="Calibri" pitchFamily="34" charset="0"/>
                      <a:cs typeface="Calibri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200" b="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>
                          <a:lumMod val="75000"/>
                          <a:lumOff val="25000"/>
                        </a:prstClr>
                      </a:solidFill>
                      <a:effectLst/>
                      <a:uLnTx/>
                      <a:uFillTx/>
                      <a:latin typeface="Calibri" pitchFamily="34" charset="0"/>
                      <a:ea typeface="+mn-ea"/>
                      <a:cs typeface="Calibri" pitchFamily="34" charset="0"/>
                    </a:rPr>
                    <a:t>Shopping Cart Cache</a:t>
                  </a:r>
                </a:p>
              </p:txBody>
            </p:sp>
          </p:grpSp>
          <p:sp>
            <p:nvSpPr>
              <p:cNvPr id="95" name="Flussdiagramm: Magnetplattenspeicher 94">
                <a:extLst>
                  <a:ext uri="{FF2B5EF4-FFF2-40B4-BE49-F238E27FC236}">
                    <a16:creationId xmlns:a16="http://schemas.microsoft.com/office/drawing/2014/main" id="{CCD0B026-C73D-EF26-8EDD-A72780642503}"/>
                  </a:ext>
                </a:extLst>
              </p:cNvPr>
              <p:cNvSpPr/>
              <p:nvPr/>
            </p:nvSpPr>
            <p:spPr bwMode="gray">
              <a:xfrm>
                <a:off x="8425454" y="1671887"/>
                <a:ext cx="577723" cy="365719"/>
              </a:xfrm>
              <a:prstGeom prst="flowChartMagneticDisk">
                <a:avLst/>
              </a:prstGeom>
              <a:solidFill>
                <a:schemeClr val="bg1"/>
              </a:solidFill>
              <a:ln w="19050">
                <a:solidFill>
                  <a:schemeClr val="tx1">
                    <a:lumMod val="75000"/>
                    <a:lumOff val="25000"/>
                  </a:schemeClr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</p:grpSp>
        <p:pic>
          <p:nvPicPr>
            <p:cNvPr id="277" name="Picture 2" descr="Redis Logo | Sticker">
              <a:extLst>
                <a:ext uri="{FF2B5EF4-FFF2-40B4-BE49-F238E27FC236}">
                  <a16:creationId xmlns:a16="http://schemas.microsoft.com/office/drawing/2014/main" id="{C53A67BF-1DEC-DD80-14FD-62196427D53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2572" b="34884"/>
            <a:stretch/>
          </p:blipFill>
          <p:spPr bwMode="auto">
            <a:xfrm>
              <a:off x="12265901" y="5412581"/>
              <a:ext cx="496787" cy="1616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78" name="Gruppieren 277">
            <a:extLst>
              <a:ext uri="{FF2B5EF4-FFF2-40B4-BE49-F238E27FC236}">
                <a16:creationId xmlns:a16="http://schemas.microsoft.com/office/drawing/2014/main" id="{3BF74862-4A28-5877-21B7-3CA4B1D6CF73}"/>
              </a:ext>
            </a:extLst>
          </p:cNvPr>
          <p:cNvGrpSpPr/>
          <p:nvPr/>
        </p:nvGrpSpPr>
        <p:grpSpPr>
          <a:xfrm>
            <a:off x="12144885" y="2856382"/>
            <a:ext cx="1574621" cy="1117576"/>
            <a:chOff x="9177878" y="1575730"/>
            <a:chExt cx="1574621" cy="1117576"/>
          </a:xfrm>
        </p:grpSpPr>
        <p:grpSp>
          <p:nvGrpSpPr>
            <p:cNvPr id="279" name="Gruppieren 278">
              <a:extLst>
                <a:ext uri="{FF2B5EF4-FFF2-40B4-BE49-F238E27FC236}">
                  <a16:creationId xmlns:a16="http://schemas.microsoft.com/office/drawing/2014/main" id="{BBD5E0AA-61F3-2C5D-78AB-9F6D8793B403}"/>
                </a:ext>
              </a:extLst>
            </p:cNvPr>
            <p:cNvGrpSpPr/>
            <p:nvPr/>
          </p:nvGrpSpPr>
          <p:grpSpPr>
            <a:xfrm>
              <a:off x="9177878" y="1575730"/>
              <a:ext cx="1574621" cy="1117576"/>
              <a:chOff x="7918897" y="1427988"/>
              <a:chExt cx="1574621" cy="1117576"/>
            </a:xfrm>
          </p:grpSpPr>
          <p:grpSp>
            <p:nvGrpSpPr>
              <p:cNvPr id="281" name="Gruppieren 280">
                <a:extLst>
                  <a:ext uri="{FF2B5EF4-FFF2-40B4-BE49-F238E27FC236}">
                    <a16:creationId xmlns:a16="http://schemas.microsoft.com/office/drawing/2014/main" id="{0F2DB4CA-A9ED-8E09-5AC2-F209F25B5892}"/>
                  </a:ext>
                </a:extLst>
              </p:cNvPr>
              <p:cNvGrpSpPr/>
              <p:nvPr/>
            </p:nvGrpSpPr>
            <p:grpSpPr>
              <a:xfrm>
                <a:off x="7918897" y="1427988"/>
                <a:ext cx="1574621" cy="1117576"/>
                <a:chOff x="6012623" y="1427988"/>
                <a:chExt cx="1574621" cy="1117576"/>
              </a:xfrm>
            </p:grpSpPr>
            <p:grpSp>
              <p:nvGrpSpPr>
                <p:cNvPr id="283" name="Gruppieren 282">
                  <a:extLst>
                    <a:ext uri="{FF2B5EF4-FFF2-40B4-BE49-F238E27FC236}">
                      <a16:creationId xmlns:a16="http://schemas.microsoft.com/office/drawing/2014/main" id="{7B282D5A-4348-BB6E-8FD5-B7C4E660BF30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6049526" y="1427988"/>
                  <a:ext cx="1342618" cy="842006"/>
                  <a:chOff x="8328248" y="1523525"/>
                  <a:chExt cx="1342618" cy="842006"/>
                </a:xfrm>
                <a:effectLst/>
              </p:grpSpPr>
              <p:grpSp>
                <p:nvGrpSpPr>
                  <p:cNvPr id="285" name="Gruppieren 284">
                    <a:extLst>
                      <a:ext uri="{FF2B5EF4-FFF2-40B4-BE49-F238E27FC236}">
                        <a16:creationId xmlns:a16="http://schemas.microsoft.com/office/drawing/2014/main" id="{D764397C-B0E1-710F-317A-FA50D3DAA907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487615" y="1523525"/>
                    <a:ext cx="1183251" cy="842006"/>
                    <a:chOff x="8487615" y="1523525"/>
                    <a:chExt cx="1183251" cy="842006"/>
                  </a:xfrm>
                </p:grpSpPr>
                <p:sp>
                  <p:nvSpPr>
                    <p:cNvPr id="303" name="Box BG Black">
                      <a:extLst>
                        <a:ext uri="{FF2B5EF4-FFF2-40B4-BE49-F238E27FC236}">
                          <a16:creationId xmlns:a16="http://schemas.microsoft.com/office/drawing/2014/main" id="{518527E9-6C51-74D1-D8B5-460C530830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87615" y="1523525"/>
                      <a:ext cx="1183036" cy="842006"/>
                    </a:xfrm>
                    <a:prstGeom prst="roundRect">
                      <a:avLst/>
                    </a:prstGeom>
                    <a:solidFill>
                      <a:schemeClr val="tx1">
                        <a:lumMod val="75000"/>
                        <a:lumOff val="25000"/>
                      </a:schemeClr>
                    </a:solidFill>
                    <a:ln>
                      <a:noFill/>
                    </a:ln>
                    <a:effectLst>
                      <a:outerShdw blurRad="63500" sx="102000" sy="102000" algn="ctr" rotWithShape="0">
                        <a:prstClr val="black">
                          <a:alpha val="40000"/>
                        </a:prstClr>
                      </a:outerShdw>
                    </a:effectLst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p:txBody>
                </p:sp>
                <p:grpSp>
                  <p:nvGrpSpPr>
                    <p:cNvPr id="304" name="Box Dock">
                      <a:extLst>
                        <a:ext uri="{FF2B5EF4-FFF2-40B4-BE49-F238E27FC236}">
                          <a16:creationId xmlns:a16="http://schemas.microsoft.com/office/drawing/2014/main" id="{69C7CDEE-8513-B6D4-09C8-6E6ABD60C503}"/>
                        </a:ext>
                      </a:extLst>
                    </p:cNvPr>
                    <p:cNvGrpSpPr>
                      <a:grpSpLocks noGrp="1" noUngrp="1" noRot="1" noMove="1" noResize="1"/>
                    </p:cNvGrpSpPr>
                    <p:nvPr/>
                  </p:nvGrpSpPr>
                  <p:grpSpPr>
                    <a:xfrm>
                      <a:off x="9585412" y="1686102"/>
                      <a:ext cx="85454" cy="516852"/>
                      <a:chOff x="6734408" y="1594976"/>
                      <a:chExt cx="85454" cy="625391"/>
                    </a:xfrm>
                    <a:solidFill>
                      <a:srgbClr val="D99694">
                        <a:alpha val="0"/>
                      </a:srgbClr>
                    </a:solidFill>
                  </p:grpSpPr>
                  <p:sp>
                    <p:nvSpPr>
                      <p:cNvPr id="311" name="Box Dock BB">
                        <a:extLst>
                          <a:ext uri="{FF2B5EF4-FFF2-40B4-BE49-F238E27FC236}">
                            <a16:creationId xmlns:a16="http://schemas.microsoft.com/office/drawing/2014/main" id="{9F191B47-9958-508A-AE21-693100E6503E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2126368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312" name="Box Dock TT">
                        <a:extLst>
                          <a:ext uri="{FF2B5EF4-FFF2-40B4-BE49-F238E27FC236}">
                            <a16:creationId xmlns:a16="http://schemas.microsoft.com/office/drawing/2014/main" id="{2E7757DD-877C-8A4D-D5A9-AE1C261AE1B3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594976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313" name="Box Dock TM">
                        <a:extLst>
                          <a:ext uri="{FF2B5EF4-FFF2-40B4-BE49-F238E27FC236}">
                            <a16:creationId xmlns:a16="http://schemas.microsoft.com/office/drawing/2014/main" id="{4D450359-A9BF-6E17-CCBD-756FE2C9F678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727824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314" name="Box Dock BM">
                        <a:extLst>
                          <a:ext uri="{FF2B5EF4-FFF2-40B4-BE49-F238E27FC236}">
                            <a16:creationId xmlns:a16="http://schemas.microsoft.com/office/drawing/2014/main" id="{59B50F93-E14C-9B9C-8851-50C61020A5D5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993521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315" name="Box Dock TM">
                        <a:extLst>
                          <a:ext uri="{FF2B5EF4-FFF2-40B4-BE49-F238E27FC236}">
                            <a16:creationId xmlns:a16="http://schemas.microsoft.com/office/drawing/2014/main" id="{3D9DD1AB-992A-9F71-BFBF-9ABD5CFE4770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860673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</p:grpSp>
                <p:grpSp>
                  <p:nvGrpSpPr>
                    <p:cNvPr id="305" name="Box Dock">
                      <a:extLst>
                        <a:ext uri="{FF2B5EF4-FFF2-40B4-BE49-F238E27FC236}">
                          <a16:creationId xmlns:a16="http://schemas.microsoft.com/office/drawing/2014/main" id="{FA973B15-26EA-A73E-8798-4FEAA1A02A5A}"/>
                        </a:ext>
                      </a:extLst>
                    </p:cNvPr>
                    <p:cNvGrpSpPr>
                      <a:grpSpLocks noGrp="1" noUngrp="1" noRot="1" noMove="1" noResize="1"/>
                    </p:cNvGrpSpPr>
                    <p:nvPr/>
                  </p:nvGrpSpPr>
                  <p:grpSpPr>
                    <a:xfrm>
                      <a:off x="8487615" y="1686102"/>
                      <a:ext cx="85454" cy="516852"/>
                      <a:chOff x="6734408" y="1594976"/>
                      <a:chExt cx="85454" cy="625391"/>
                    </a:xfrm>
                    <a:solidFill>
                      <a:srgbClr val="D99694">
                        <a:alpha val="0"/>
                      </a:srgbClr>
                    </a:solidFill>
                  </p:grpSpPr>
                  <p:sp>
                    <p:nvSpPr>
                      <p:cNvPr id="306" name="Box Dock BB">
                        <a:extLst>
                          <a:ext uri="{FF2B5EF4-FFF2-40B4-BE49-F238E27FC236}">
                            <a16:creationId xmlns:a16="http://schemas.microsoft.com/office/drawing/2014/main" id="{846D0543-7BAD-3F04-4F9D-8D5FF7DA7148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2126368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307" name="Box Dock TT">
                        <a:extLst>
                          <a:ext uri="{FF2B5EF4-FFF2-40B4-BE49-F238E27FC236}">
                            <a16:creationId xmlns:a16="http://schemas.microsoft.com/office/drawing/2014/main" id="{BB4E026D-C5D0-12FF-573E-5DDFAF661AFE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594976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308" name="Box Dock TM">
                        <a:extLst>
                          <a:ext uri="{FF2B5EF4-FFF2-40B4-BE49-F238E27FC236}">
                            <a16:creationId xmlns:a16="http://schemas.microsoft.com/office/drawing/2014/main" id="{B26B10F3-2158-FF4A-9B67-32CED99FE1C4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727824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309" name="Box Dock BM">
                        <a:extLst>
                          <a:ext uri="{FF2B5EF4-FFF2-40B4-BE49-F238E27FC236}">
                            <a16:creationId xmlns:a16="http://schemas.microsoft.com/office/drawing/2014/main" id="{746987CA-39DC-6756-255A-238C15D67B77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993521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310" name="Box Dock TM">
                        <a:extLst>
                          <a:ext uri="{FF2B5EF4-FFF2-40B4-BE49-F238E27FC236}">
                            <a16:creationId xmlns:a16="http://schemas.microsoft.com/office/drawing/2014/main" id="{20E97FD7-B1B6-D0AF-5731-45AC65F5160A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860673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</p:grpSp>
              </p:grpSp>
              <p:grpSp>
                <p:nvGrpSpPr>
                  <p:cNvPr id="286" name="Box Dock">
                    <a:extLst>
                      <a:ext uri="{FF2B5EF4-FFF2-40B4-BE49-F238E27FC236}">
                        <a16:creationId xmlns:a16="http://schemas.microsoft.com/office/drawing/2014/main" id="{8F10C04F-DC05-15A2-ED0A-6B72FA226472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43391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298" name="DAL Dock BB">
                      <a:extLst>
                        <a:ext uri="{FF2B5EF4-FFF2-40B4-BE49-F238E27FC236}">
                          <a16:creationId xmlns:a16="http://schemas.microsoft.com/office/drawing/2014/main" id="{010A5AE5-11A0-4C5C-EC75-50B28061B718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299" name="DAL Dock BM">
                      <a:extLst>
                        <a:ext uri="{FF2B5EF4-FFF2-40B4-BE49-F238E27FC236}">
                          <a16:creationId xmlns:a16="http://schemas.microsoft.com/office/drawing/2014/main" id="{428358FB-57C0-6946-C42B-41F36EF4A275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0" name="DAL Dock MM">
                      <a:extLst>
                        <a:ext uri="{FF2B5EF4-FFF2-40B4-BE49-F238E27FC236}">
                          <a16:creationId xmlns:a16="http://schemas.microsoft.com/office/drawing/2014/main" id="{ADC43D4E-CE27-E3A6-069A-23295A6A252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1" name="DAL Dock TM">
                      <a:extLst>
                        <a:ext uri="{FF2B5EF4-FFF2-40B4-BE49-F238E27FC236}">
                          <a16:creationId xmlns:a16="http://schemas.microsoft.com/office/drawing/2014/main" id="{44550EA3-FC14-9136-33D8-308073C303E7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02" name="DAL Dock TT">
                      <a:extLst>
                        <a:ext uri="{FF2B5EF4-FFF2-40B4-BE49-F238E27FC236}">
                          <a16:creationId xmlns:a16="http://schemas.microsoft.com/office/drawing/2014/main" id="{3DD9A6BA-E0FE-FD98-BA72-BA0DAB98D27C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  <p:grpSp>
                <p:nvGrpSpPr>
                  <p:cNvPr id="287" name="Gruppieren 286">
                    <a:extLst>
                      <a:ext uri="{FF2B5EF4-FFF2-40B4-BE49-F238E27FC236}">
                        <a16:creationId xmlns:a16="http://schemas.microsoft.com/office/drawing/2014/main" id="{061107A2-FE60-E70B-F01F-2EEC707A75AC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328248" y="1569340"/>
                    <a:ext cx="486693" cy="750377"/>
                    <a:chOff x="8328248" y="1569340"/>
                    <a:chExt cx="486693" cy="750377"/>
                  </a:xfrm>
                </p:grpSpPr>
                <p:sp>
                  <p:nvSpPr>
                    <p:cNvPr id="291" name="PL BG Blue">
                      <a:extLst>
                        <a:ext uri="{FF2B5EF4-FFF2-40B4-BE49-F238E27FC236}">
                          <a16:creationId xmlns:a16="http://schemas.microsoft.com/office/drawing/2014/main" id="{F22AF8E6-34EE-E1F0-BF4C-4D1B924184C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28248" y="1569340"/>
                      <a:ext cx="486693" cy="750377"/>
                    </a:xfrm>
                    <a:prstGeom prst="roundRect">
                      <a:avLst>
                        <a:gd name="adj" fmla="val 26461"/>
                      </a:avLst>
                    </a:prstGeom>
                    <a:gradFill flip="none" rotWithShape="1">
                      <a:gsLst>
                        <a:gs pos="0">
                          <a:srgbClr val="00B0F0">
                            <a:shade val="30000"/>
                            <a:satMod val="115000"/>
                          </a:srgbClr>
                        </a:gs>
                        <a:gs pos="100000">
                          <a:srgbClr val="00B0F0">
                            <a:shade val="100000"/>
                            <a:satMod val="115000"/>
                          </a:srgbClr>
                        </a:gs>
                      </a:gsLst>
                      <a:lin ang="0" scaled="1"/>
                      <a:tileRect/>
                    </a:gradFill>
                    <a:ln w="25400" cap="flat" cmpd="sng" algn="ctr">
                      <a:noFill/>
                      <a:prstDash val="solid"/>
                    </a:ln>
                    <a:effectLst>
                      <a:outerShdw blurRad="63500" sx="102000" sy="102000" algn="ctr" rotWithShape="0">
                        <a:prstClr val="black">
                          <a:alpha val="40000"/>
                        </a:prstClr>
                      </a:outerShdw>
                    </a:effectLst>
                  </p:spPr>
                  <p:txBody>
                    <a:bodyPr vert="vert270" wrap="none" lIns="0" tIns="0" rIns="0" bIns="0" rtlCol="0" anchor="t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00" cap="none" spc="-5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/>
                          <a:ea typeface="+mn-ea"/>
                          <a:cs typeface="+mn-cs"/>
                        </a:rPr>
                        <a:t>S3 API</a:t>
                      </a:r>
                    </a:p>
                  </p:txBody>
                </p:sp>
                <p:grpSp>
                  <p:nvGrpSpPr>
                    <p:cNvPr id="292" name="Box Dock">
                      <a:extLst>
                        <a:ext uri="{FF2B5EF4-FFF2-40B4-BE49-F238E27FC236}">
                          <a16:creationId xmlns:a16="http://schemas.microsoft.com/office/drawing/2014/main" id="{762BF3E9-2EC1-51CD-7E25-2EFF8843D543}"/>
                        </a:ext>
                      </a:extLst>
                    </p:cNvPr>
                    <p:cNvGrpSpPr>
                      <a:grpSpLocks noGrp="1" noUngrp="1" noRot="1" noMove="1" noResize="1"/>
                    </p:cNvGrpSpPr>
                    <p:nvPr/>
                  </p:nvGrpSpPr>
                  <p:grpSpPr>
                    <a:xfrm>
                      <a:off x="8328248" y="1686102"/>
                      <a:ext cx="85454" cy="516852"/>
                      <a:chOff x="6734408" y="1594976"/>
                      <a:chExt cx="85454" cy="625391"/>
                    </a:xfrm>
                    <a:solidFill>
                      <a:srgbClr val="D99694">
                        <a:alpha val="0"/>
                      </a:srgbClr>
                    </a:solidFill>
                  </p:grpSpPr>
                  <p:sp>
                    <p:nvSpPr>
                      <p:cNvPr id="293" name="PL Dock BB">
                        <a:extLst>
                          <a:ext uri="{FF2B5EF4-FFF2-40B4-BE49-F238E27FC236}">
                            <a16:creationId xmlns:a16="http://schemas.microsoft.com/office/drawing/2014/main" id="{045FDD07-4576-C7BF-3562-83878C3B8807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2126368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294" name="PL Dock BM">
                        <a:extLst>
                          <a:ext uri="{FF2B5EF4-FFF2-40B4-BE49-F238E27FC236}">
                            <a16:creationId xmlns:a16="http://schemas.microsoft.com/office/drawing/2014/main" id="{E653A561-E9AB-8776-2C63-481499A322DC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993521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295" name="PL Dock MM">
                        <a:extLst>
                          <a:ext uri="{FF2B5EF4-FFF2-40B4-BE49-F238E27FC236}">
                            <a16:creationId xmlns:a16="http://schemas.microsoft.com/office/drawing/2014/main" id="{D6B21551-6159-F9AF-C5C0-E58648203332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860673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296" name="PL Dock TM">
                        <a:extLst>
                          <a:ext uri="{FF2B5EF4-FFF2-40B4-BE49-F238E27FC236}">
                            <a16:creationId xmlns:a16="http://schemas.microsoft.com/office/drawing/2014/main" id="{8C23AD58-A7E1-A97C-94B9-6464F1FFE00C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727824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  <p:sp>
                    <p:nvSpPr>
                      <p:cNvPr id="297" name="PL Dock TT">
                        <a:extLst>
                          <a:ext uri="{FF2B5EF4-FFF2-40B4-BE49-F238E27FC236}">
                            <a16:creationId xmlns:a16="http://schemas.microsoft.com/office/drawing/2014/main" id="{3D16466B-4AF9-9E6D-B3E9-ED82D9FE5563}"/>
                          </a:ext>
                        </a:extLst>
                      </p:cNvPr>
                      <p:cNvSpPr/>
                      <p:nvPr/>
                    </p:nvSpPr>
                    <p:spPr bwMode="gray">
                      <a:xfrm>
                        <a:off x="6734408" y="1594976"/>
                        <a:ext cx="85454" cy="93999"/>
                      </a:xfrm>
                      <a:prstGeom prst="rect">
                        <a:avLst/>
                      </a:prstGeom>
                      <a:grpFill/>
                      <a:ln w="9525">
                        <a:noFill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0" tIns="0" rIns="0" bIns="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endParaRPr>
                      </a:p>
                    </p:txBody>
                  </p:sp>
                </p:grpSp>
              </p:grpSp>
              <p:grpSp>
                <p:nvGrpSpPr>
                  <p:cNvPr id="288" name="BLL">
                    <a:extLst>
                      <a:ext uri="{FF2B5EF4-FFF2-40B4-BE49-F238E27FC236}">
                        <a16:creationId xmlns:a16="http://schemas.microsoft.com/office/drawing/2014/main" id="{F3700EC0-8791-F597-5382-27067A3A2787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>
                  <a:xfrm>
                    <a:off x="8590275" y="1632089"/>
                    <a:ext cx="977716" cy="624878"/>
                    <a:chOff x="8590275" y="1632089"/>
                    <a:chExt cx="977716" cy="624878"/>
                  </a:xfrm>
                </p:grpSpPr>
                <p:sp>
                  <p:nvSpPr>
                    <p:cNvPr id="289" name="BLL BG White">
                      <a:extLst>
                        <a:ext uri="{FF2B5EF4-FFF2-40B4-BE49-F238E27FC236}">
                          <a16:creationId xmlns:a16="http://schemas.microsoft.com/office/drawing/2014/main" id="{5106746C-389C-249C-5A1F-2FFFCA139968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>
                    <a:xfrm>
                      <a:off x="8590275" y="1632089"/>
                      <a:ext cx="977716" cy="624878"/>
                    </a:xfrm>
                    <a:prstGeom prst="roundRect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bg1"/>
                      </a:solidFill>
                    </a:ln>
                    <a:effectLst>
                      <a:outerShdw blurRad="63500" sx="102000" sy="102000" algn="ctr" rotWithShape="0">
                        <a:prstClr val="black">
                          <a:alpha val="40000"/>
                        </a:prstClr>
                      </a:outerShdw>
                    </a:effectLst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290" name="BLL BG White">
                      <a:extLst>
                        <a:ext uri="{FF2B5EF4-FFF2-40B4-BE49-F238E27FC236}">
                          <a16:creationId xmlns:a16="http://schemas.microsoft.com/office/drawing/2014/main" id="{A9DC61AB-BE1F-BF24-3190-EE576D9D54AC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>
                    <a:xfrm>
                      <a:off x="8616672" y="1654783"/>
                      <a:ext cx="924923" cy="579490"/>
                    </a:xfrm>
                    <a:prstGeom prst="roundRect">
                      <a:avLst/>
                    </a:prstGeom>
                    <a:noFill/>
                    <a:ln>
                      <a:solidFill>
                        <a:srgbClr val="C52EBE"/>
                      </a:solidFill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  <p:sp>
              <p:nvSpPr>
                <p:cNvPr id="284" name="Textfeld 283">
                  <a:extLst>
                    <a:ext uri="{FF2B5EF4-FFF2-40B4-BE49-F238E27FC236}">
                      <a16:creationId xmlns:a16="http://schemas.microsoft.com/office/drawing/2014/main" id="{A22F91C7-4DC8-8875-7A8D-417F66057676}"/>
                    </a:ext>
                  </a:extLst>
                </p:cNvPr>
                <p:cNvSpPr txBox="1"/>
                <p:nvPr/>
              </p:nvSpPr>
              <p:spPr>
                <a:xfrm>
                  <a:off x="6012623" y="2287032"/>
                  <a:ext cx="1574621" cy="258532"/>
                </a:xfrm>
                <a:prstGeom prst="rect">
                  <a:avLst/>
                </a:prstGeom>
              </p:spPr>
              <p:txBody>
                <a:bodyPr wrap="square" rtlCol="0">
                  <a:spAutoFit/>
                </a:bodyPr>
                <a:lstStyle>
                  <a:defPPr>
                    <a:defRPr lang="en-US"/>
                  </a:defPPr>
                  <a:lvl1pPr algn="ctr">
                    <a:lnSpc>
                      <a:spcPct val="90000"/>
                    </a:lnSpc>
                    <a:defRPr sz="1200" kern="0">
                      <a:solidFill>
                        <a:prstClr val="black">
                          <a:lumMod val="75000"/>
                          <a:lumOff val="25000"/>
                        </a:prstClr>
                      </a:solidFill>
                      <a:latin typeface="Calibri" pitchFamily="34" charset="0"/>
                      <a:cs typeface="Calibri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t>Media Object Storage</a:t>
                  </a:r>
                </a:p>
              </p:txBody>
            </p:sp>
          </p:grpSp>
          <p:sp>
            <p:nvSpPr>
              <p:cNvPr id="282" name="Flussdiagramm: Magnetplattenspeicher 281">
                <a:extLst>
                  <a:ext uri="{FF2B5EF4-FFF2-40B4-BE49-F238E27FC236}">
                    <a16:creationId xmlns:a16="http://schemas.microsoft.com/office/drawing/2014/main" id="{0A21B2B7-3792-B10B-AC6A-5DE18878ABA7}"/>
                  </a:ext>
                </a:extLst>
              </p:cNvPr>
              <p:cNvSpPr/>
              <p:nvPr/>
            </p:nvSpPr>
            <p:spPr bwMode="gray">
              <a:xfrm>
                <a:off x="8425454" y="1671887"/>
                <a:ext cx="577723" cy="365719"/>
              </a:xfrm>
              <a:prstGeom prst="flowChartMagneticDisk">
                <a:avLst/>
              </a:prstGeom>
              <a:solidFill>
                <a:schemeClr val="bg1"/>
              </a:solidFill>
              <a:ln w="19050">
                <a:solidFill>
                  <a:schemeClr val="tx1">
                    <a:lumMod val="75000"/>
                    <a:lumOff val="25000"/>
                  </a:schemeClr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</p:grpSp>
        <p:pic>
          <p:nvPicPr>
            <p:cNvPr id="280" name="Picture 4" descr="Continuing the journey: our new mascot and wordmark">
              <a:extLst>
                <a:ext uri="{FF2B5EF4-FFF2-40B4-BE49-F238E27FC236}">
                  <a16:creationId xmlns:a16="http://schemas.microsoft.com/office/drawing/2014/main" id="{98697B53-74E7-3610-199E-E2C9C165EB2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52" t="32710" r="20940" b="33176"/>
            <a:stretch/>
          </p:blipFill>
          <p:spPr bwMode="auto">
            <a:xfrm>
              <a:off x="9747127" y="2013499"/>
              <a:ext cx="461357" cy="910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16" name="Cube 56">
            <a:extLst>
              <a:ext uri="{FF2B5EF4-FFF2-40B4-BE49-F238E27FC236}">
                <a16:creationId xmlns:a16="http://schemas.microsoft.com/office/drawing/2014/main" id="{1C9B12C9-C5C4-4E7D-95B1-973C79A6A3C6}"/>
              </a:ext>
            </a:extLst>
          </p:cNvPr>
          <p:cNvSpPr/>
          <p:nvPr/>
        </p:nvSpPr>
        <p:spPr>
          <a:xfrm rot="16200000">
            <a:off x="4777568" y="5093189"/>
            <a:ext cx="1279685" cy="258660"/>
          </a:xfrm>
          <a:prstGeom prst="cube">
            <a:avLst>
              <a:gd name="adj" fmla="val 7525"/>
            </a:avLst>
          </a:prstGeom>
          <a:gradFill rotWithShape="1">
            <a:gsLst>
              <a:gs pos="0">
                <a:srgbClr val="8064A2">
                  <a:shade val="51000"/>
                  <a:satMod val="130000"/>
                </a:srgbClr>
              </a:gs>
              <a:gs pos="80000">
                <a:srgbClr val="8064A2">
                  <a:shade val="93000"/>
                  <a:satMod val="130000"/>
                </a:srgbClr>
              </a:gs>
              <a:gs pos="100000">
                <a:srgbClr val="8064A2">
                  <a:shade val="94000"/>
                  <a:satMod val="135000"/>
                </a:srgbClr>
              </a:gs>
            </a:gsLst>
            <a:lin ang="16200000" scaled="0"/>
          </a:gradFill>
          <a:ln w="952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b"/>
          <a:lstStyle/>
          <a:p>
            <a:pPr algn="ctr" defTabSz="914400"/>
            <a:r>
              <a:rPr lang="de-DE" sz="1200" b="1" kern="100" spc="-50" dirty="0">
                <a:solidFill>
                  <a:prstClr val="white"/>
                </a:solidFill>
                <a:latin typeface="Calibri"/>
              </a:rPr>
              <a:t>Load </a:t>
            </a:r>
            <a:r>
              <a:rPr lang="de-DE" sz="1200" b="1" kern="100" spc="-50" dirty="0" err="1">
                <a:solidFill>
                  <a:prstClr val="white"/>
                </a:solidFill>
                <a:latin typeface="Calibri"/>
              </a:rPr>
              <a:t>Balancer</a:t>
            </a:r>
            <a:endParaRPr lang="de-DE" sz="1200" b="1" kern="100" spc="-50" dirty="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317" name="Cube 56">
            <a:extLst>
              <a:ext uri="{FF2B5EF4-FFF2-40B4-BE49-F238E27FC236}">
                <a16:creationId xmlns:a16="http://schemas.microsoft.com/office/drawing/2014/main" id="{43F35443-F06B-9D2C-E73B-1056706C739B}"/>
              </a:ext>
            </a:extLst>
          </p:cNvPr>
          <p:cNvSpPr/>
          <p:nvPr/>
        </p:nvSpPr>
        <p:spPr>
          <a:xfrm rot="16200000">
            <a:off x="7603721" y="4034468"/>
            <a:ext cx="1279685" cy="258660"/>
          </a:xfrm>
          <a:prstGeom prst="cube">
            <a:avLst>
              <a:gd name="adj" fmla="val 7525"/>
            </a:avLst>
          </a:prstGeom>
          <a:gradFill rotWithShape="1">
            <a:gsLst>
              <a:gs pos="0">
                <a:srgbClr val="8064A2">
                  <a:shade val="51000"/>
                  <a:satMod val="130000"/>
                </a:srgbClr>
              </a:gs>
              <a:gs pos="80000">
                <a:srgbClr val="8064A2">
                  <a:shade val="93000"/>
                  <a:satMod val="130000"/>
                </a:srgbClr>
              </a:gs>
              <a:gs pos="100000">
                <a:srgbClr val="8064A2">
                  <a:shade val="94000"/>
                  <a:satMod val="135000"/>
                </a:srgbClr>
              </a:gs>
            </a:gsLst>
            <a:lin ang="16200000" scaled="0"/>
          </a:gradFill>
          <a:ln w="952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b"/>
          <a:lstStyle/>
          <a:p>
            <a:pPr algn="ctr" defTabSz="914400"/>
            <a:r>
              <a:rPr lang="de-DE" sz="1200" b="1" kern="100" spc="-50" dirty="0">
                <a:solidFill>
                  <a:prstClr val="white"/>
                </a:solidFill>
                <a:latin typeface="Calibri"/>
              </a:rPr>
              <a:t>Load </a:t>
            </a:r>
            <a:r>
              <a:rPr lang="de-DE" sz="1200" b="1" kern="100" spc="-50" dirty="0" err="1">
                <a:solidFill>
                  <a:prstClr val="white"/>
                </a:solidFill>
                <a:latin typeface="Calibri"/>
              </a:rPr>
              <a:t>Balancer</a:t>
            </a:r>
            <a:endParaRPr lang="de-DE" sz="1200" b="1" kern="100" spc="-50" dirty="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318" name="Cube 56">
            <a:extLst>
              <a:ext uri="{FF2B5EF4-FFF2-40B4-BE49-F238E27FC236}">
                <a16:creationId xmlns:a16="http://schemas.microsoft.com/office/drawing/2014/main" id="{DB8A29F7-0975-7F84-226A-68E6CED9C9D3}"/>
              </a:ext>
            </a:extLst>
          </p:cNvPr>
          <p:cNvSpPr/>
          <p:nvPr/>
        </p:nvSpPr>
        <p:spPr>
          <a:xfrm rot="16200000">
            <a:off x="7603721" y="6147614"/>
            <a:ext cx="1279685" cy="258660"/>
          </a:xfrm>
          <a:prstGeom prst="cube">
            <a:avLst>
              <a:gd name="adj" fmla="val 7525"/>
            </a:avLst>
          </a:prstGeom>
          <a:gradFill rotWithShape="1">
            <a:gsLst>
              <a:gs pos="0">
                <a:srgbClr val="8064A2">
                  <a:shade val="51000"/>
                  <a:satMod val="130000"/>
                </a:srgbClr>
              </a:gs>
              <a:gs pos="80000">
                <a:srgbClr val="8064A2">
                  <a:shade val="93000"/>
                  <a:satMod val="130000"/>
                </a:srgbClr>
              </a:gs>
              <a:gs pos="100000">
                <a:srgbClr val="8064A2">
                  <a:shade val="94000"/>
                  <a:satMod val="135000"/>
                </a:srgbClr>
              </a:gs>
            </a:gsLst>
            <a:lin ang="16200000" scaled="0"/>
          </a:gradFill>
          <a:ln w="952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b"/>
          <a:lstStyle/>
          <a:p>
            <a:pPr algn="ctr" defTabSz="914400"/>
            <a:r>
              <a:rPr lang="de-DE" sz="1200" b="1" kern="100" spc="-50" dirty="0">
                <a:solidFill>
                  <a:prstClr val="white"/>
                </a:solidFill>
                <a:latin typeface="Calibri"/>
              </a:rPr>
              <a:t>Load </a:t>
            </a:r>
            <a:r>
              <a:rPr lang="de-DE" sz="1200" b="1" kern="100" spc="-50" dirty="0" err="1">
                <a:solidFill>
                  <a:prstClr val="white"/>
                </a:solidFill>
                <a:latin typeface="Calibri"/>
              </a:rPr>
              <a:t>Balancer</a:t>
            </a:r>
            <a:endParaRPr lang="de-DE" sz="1200" b="1" kern="100" spc="-50" dirty="0">
              <a:solidFill>
                <a:prstClr val="white"/>
              </a:solidFill>
              <a:latin typeface="Calibri"/>
            </a:endParaRPr>
          </a:p>
        </p:txBody>
      </p:sp>
      <p:pic>
        <p:nvPicPr>
          <p:cNvPr id="319" name="Grafik 318">
            <a:extLst>
              <a:ext uri="{FF2B5EF4-FFF2-40B4-BE49-F238E27FC236}">
                <a16:creationId xmlns:a16="http://schemas.microsoft.com/office/drawing/2014/main" id="{01C0EBEF-0243-5363-4820-7F757151AC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5243" y="4526717"/>
            <a:ext cx="483493" cy="361973"/>
          </a:xfrm>
          <a:prstGeom prst="rect">
            <a:avLst/>
          </a:prstGeom>
        </p:spPr>
      </p:pic>
      <p:pic>
        <p:nvPicPr>
          <p:cNvPr id="320" name="Grafik 319">
            <a:extLst>
              <a:ext uri="{FF2B5EF4-FFF2-40B4-BE49-F238E27FC236}">
                <a16:creationId xmlns:a16="http://schemas.microsoft.com/office/drawing/2014/main" id="{9D85720F-E0A1-536D-EF38-F4C02DCA4EC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220463" y="2772387"/>
            <a:ext cx="514520" cy="457637"/>
          </a:xfrm>
          <a:prstGeom prst="rect">
            <a:avLst/>
          </a:prstGeom>
        </p:spPr>
      </p:pic>
      <p:pic>
        <p:nvPicPr>
          <p:cNvPr id="321" name="Grafik 320">
            <a:extLst>
              <a:ext uri="{FF2B5EF4-FFF2-40B4-BE49-F238E27FC236}">
                <a16:creationId xmlns:a16="http://schemas.microsoft.com/office/drawing/2014/main" id="{703256CD-5674-4D90-6ACE-93C0EE7765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6066" y="3457554"/>
            <a:ext cx="483493" cy="361973"/>
          </a:xfrm>
          <a:prstGeom prst="rect">
            <a:avLst/>
          </a:prstGeom>
        </p:spPr>
      </p:pic>
      <p:pic>
        <p:nvPicPr>
          <p:cNvPr id="322" name="Grafik 321">
            <a:extLst>
              <a:ext uri="{FF2B5EF4-FFF2-40B4-BE49-F238E27FC236}">
                <a16:creationId xmlns:a16="http://schemas.microsoft.com/office/drawing/2014/main" id="{44CD0D33-08CE-1666-61BE-24A11BE0B9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6066" y="5580512"/>
            <a:ext cx="483493" cy="361973"/>
          </a:xfrm>
          <a:prstGeom prst="rect">
            <a:avLst/>
          </a:prstGeom>
        </p:spPr>
      </p:pic>
      <p:pic>
        <p:nvPicPr>
          <p:cNvPr id="323" name="Grafik 322">
            <a:extLst>
              <a:ext uri="{FF2B5EF4-FFF2-40B4-BE49-F238E27FC236}">
                <a16:creationId xmlns:a16="http://schemas.microsoft.com/office/drawing/2014/main" id="{98C3D9B1-8A04-79F8-96DE-1EB19B98885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220463" y="5763371"/>
            <a:ext cx="514520" cy="457637"/>
          </a:xfrm>
          <a:prstGeom prst="rect">
            <a:avLst/>
          </a:prstGeom>
        </p:spPr>
      </p:pic>
      <p:grpSp>
        <p:nvGrpSpPr>
          <p:cNvPr id="324" name="Gruppieren 323">
            <a:extLst>
              <a:ext uri="{FF2B5EF4-FFF2-40B4-BE49-F238E27FC236}">
                <a16:creationId xmlns:a16="http://schemas.microsoft.com/office/drawing/2014/main" id="{96386C04-901D-8DE9-0382-241E6D91CE73}"/>
              </a:ext>
            </a:extLst>
          </p:cNvPr>
          <p:cNvGrpSpPr/>
          <p:nvPr/>
        </p:nvGrpSpPr>
        <p:grpSpPr>
          <a:xfrm>
            <a:off x="12066154" y="4163798"/>
            <a:ext cx="1732083" cy="1283776"/>
            <a:chOff x="7840166" y="1427988"/>
            <a:chExt cx="1732083" cy="1283776"/>
          </a:xfrm>
        </p:grpSpPr>
        <p:grpSp>
          <p:nvGrpSpPr>
            <p:cNvPr id="325" name="Gruppieren 324">
              <a:extLst>
                <a:ext uri="{FF2B5EF4-FFF2-40B4-BE49-F238E27FC236}">
                  <a16:creationId xmlns:a16="http://schemas.microsoft.com/office/drawing/2014/main" id="{B55FE5CB-6C7D-C88F-329D-949987E95A9B}"/>
                </a:ext>
              </a:extLst>
            </p:cNvPr>
            <p:cNvGrpSpPr/>
            <p:nvPr/>
          </p:nvGrpSpPr>
          <p:grpSpPr>
            <a:xfrm>
              <a:off x="7840166" y="1427988"/>
              <a:ext cx="1732083" cy="1283776"/>
              <a:chOff x="5933892" y="1427988"/>
              <a:chExt cx="1732083" cy="1283776"/>
            </a:xfrm>
          </p:grpSpPr>
          <p:grpSp>
            <p:nvGrpSpPr>
              <p:cNvPr id="329" name="Gruppieren 328">
                <a:extLst>
                  <a:ext uri="{FF2B5EF4-FFF2-40B4-BE49-F238E27FC236}">
                    <a16:creationId xmlns:a16="http://schemas.microsoft.com/office/drawing/2014/main" id="{036E8BB6-AC68-E094-20F0-B9DE29A6CF57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6049526" y="1427988"/>
                <a:ext cx="1342618" cy="842006"/>
                <a:chOff x="8328248" y="1523525"/>
                <a:chExt cx="1342618" cy="842006"/>
              </a:xfrm>
              <a:effectLst/>
            </p:grpSpPr>
            <p:grpSp>
              <p:nvGrpSpPr>
                <p:cNvPr id="331" name="Gruppieren 330">
                  <a:extLst>
                    <a:ext uri="{FF2B5EF4-FFF2-40B4-BE49-F238E27FC236}">
                      <a16:creationId xmlns:a16="http://schemas.microsoft.com/office/drawing/2014/main" id="{C5C57F57-3F5C-641E-7326-508F806C6CB8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487615" y="1523525"/>
                  <a:ext cx="1183251" cy="842006"/>
                  <a:chOff x="8487615" y="1523525"/>
                  <a:chExt cx="1183251" cy="842006"/>
                </a:xfrm>
              </p:grpSpPr>
              <p:sp>
                <p:nvSpPr>
                  <p:cNvPr id="349" name="Box BG Black">
                    <a:extLst>
                      <a:ext uri="{FF2B5EF4-FFF2-40B4-BE49-F238E27FC236}">
                        <a16:creationId xmlns:a16="http://schemas.microsoft.com/office/drawing/2014/main" id="{4C4AF320-4C09-3B46-79D1-02630021F909}"/>
                      </a:ext>
                    </a:extLst>
                  </p:cNvPr>
                  <p:cNvSpPr/>
                  <p:nvPr/>
                </p:nvSpPr>
                <p:spPr>
                  <a:xfrm>
                    <a:off x="8487615" y="1523525"/>
                    <a:ext cx="1183036" cy="842006"/>
                  </a:xfrm>
                  <a:prstGeom prst="roundRect">
                    <a:avLst/>
                  </a:prstGeom>
                  <a:solidFill>
                    <a:schemeClr val="tx1">
                      <a:lumMod val="75000"/>
                      <a:lumOff val="25000"/>
                    </a:schemeClr>
                  </a:solidFill>
                  <a:ln>
                    <a:noFill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350" name="Box Dock">
                    <a:extLst>
                      <a:ext uri="{FF2B5EF4-FFF2-40B4-BE49-F238E27FC236}">
                        <a16:creationId xmlns:a16="http://schemas.microsoft.com/office/drawing/2014/main" id="{BACBCF57-8A4B-54C6-3D8F-328E2AE55072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9585412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357" name="Box Dock BB">
                      <a:extLst>
                        <a:ext uri="{FF2B5EF4-FFF2-40B4-BE49-F238E27FC236}">
                          <a16:creationId xmlns:a16="http://schemas.microsoft.com/office/drawing/2014/main" id="{0F053C0A-2671-EF96-51E2-839FE69A6229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58" name="Box Dock TT">
                      <a:extLst>
                        <a:ext uri="{FF2B5EF4-FFF2-40B4-BE49-F238E27FC236}">
                          <a16:creationId xmlns:a16="http://schemas.microsoft.com/office/drawing/2014/main" id="{B9FB8FDA-9884-68DE-201D-626486054385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59" name="Box Dock TM">
                      <a:extLst>
                        <a:ext uri="{FF2B5EF4-FFF2-40B4-BE49-F238E27FC236}">
                          <a16:creationId xmlns:a16="http://schemas.microsoft.com/office/drawing/2014/main" id="{8440898F-CD0F-1159-CBA6-E398DA9AE51F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60" name="Box Dock BM">
                      <a:extLst>
                        <a:ext uri="{FF2B5EF4-FFF2-40B4-BE49-F238E27FC236}">
                          <a16:creationId xmlns:a16="http://schemas.microsoft.com/office/drawing/2014/main" id="{9260E6A5-FB2B-3D99-E577-9DD29A05B70F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61" name="Box Dock TM">
                      <a:extLst>
                        <a:ext uri="{FF2B5EF4-FFF2-40B4-BE49-F238E27FC236}">
                          <a16:creationId xmlns:a16="http://schemas.microsoft.com/office/drawing/2014/main" id="{F8C97B86-5E16-D6A0-3163-B53CA0841983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  <p:grpSp>
                <p:nvGrpSpPr>
                  <p:cNvPr id="351" name="Box Dock">
                    <a:extLst>
                      <a:ext uri="{FF2B5EF4-FFF2-40B4-BE49-F238E27FC236}">
                        <a16:creationId xmlns:a16="http://schemas.microsoft.com/office/drawing/2014/main" id="{9D47247B-9FF6-39EF-2E52-292719C6352B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487615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352" name="Box Dock BB">
                      <a:extLst>
                        <a:ext uri="{FF2B5EF4-FFF2-40B4-BE49-F238E27FC236}">
                          <a16:creationId xmlns:a16="http://schemas.microsoft.com/office/drawing/2014/main" id="{7576C6DB-5AF3-CD4C-B8F2-BF76AD3452E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53" name="Box Dock TT">
                      <a:extLst>
                        <a:ext uri="{FF2B5EF4-FFF2-40B4-BE49-F238E27FC236}">
                          <a16:creationId xmlns:a16="http://schemas.microsoft.com/office/drawing/2014/main" id="{0A644FD9-A6D7-E123-8F97-C04DA138491F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54" name="Box Dock TM">
                      <a:extLst>
                        <a:ext uri="{FF2B5EF4-FFF2-40B4-BE49-F238E27FC236}">
                          <a16:creationId xmlns:a16="http://schemas.microsoft.com/office/drawing/2014/main" id="{8BE81688-081E-1E94-61AE-C99B62C977FB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55" name="Box Dock BM">
                      <a:extLst>
                        <a:ext uri="{FF2B5EF4-FFF2-40B4-BE49-F238E27FC236}">
                          <a16:creationId xmlns:a16="http://schemas.microsoft.com/office/drawing/2014/main" id="{E8B4ECD3-14AD-3210-E939-823B35FC4D1B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56" name="Box Dock TM">
                      <a:extLst>
                        <a:ext uri="{FF2B5EF4-FFF2-40B4-BE49-F238E27FC236}">
                          <a16:creationId xmlns:a16="http://schemas.microsoft.com/office/drawing/2014/main" id="{2084FF3D-7D01-B278-8B72-4BCEACED7930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332" name="Box Dock">
                  <a:extLst>
                    <a:ext uri="{FF2B5EF4-FFF2-40B4-BE49-F238E27FC236}">
                      <a16:creationId xmlns:a16="http://schemas.microsoft.com/office/drawing/2014/main" id="{B2EC7C0E-EDA1-4AC4-8FDE-50717D30180A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9543391" y="1686102"/>
                  <a:ext cx="85454" cy="516852"/>
                  <a:chOff x="6734408" y="1594976"/>
                  <a:chExt cx="85454" cy="625391"/>
                </a:xfrm>
                <a:solidFill>
                  <a:srgbClr val="D99694">
                    <a:alpha val="0"/>
                  </a:srgbClr>
                </a:solidFill>
              </p:grpSpPr>
              <p:sp>
                <p:nvSpPr>
                  <p:cNvPr id="344" name="DAL Dock BB">
                    <a:extLst>
                      <a:ext uri="{FF2B5EF4-FFF2-40B4-BE49-F238E27FC236}">
                        <a16:creationId xmlns:a16="http://schemas.microsoft.com/office/drawing/2014/main" id="{B831F036-7174-AEA7-2662-97470CF3B43C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2126368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345" name="DAL Dock BM">
                    <a:extLst>
                      <a:ext uri="{FF2B5EF4-FFF2-40B4-BE49-F238E27FC236}">
                        <a16:creationId xmlns:a16="http://schemas.microsoft.com/office/drawing/2014/main" id="{6CD5259D-96C0-C82E-AC28-D49E55D6238F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993521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346" name="DAL Dock MM">
                    <a:extLst>
                      <a:ext uri="{FF2B5EF4-FFF2-40B4-BE49-F238E27FC236}">
                        <a16:creationId xmlns:a16="http://schemas.microsoft.com/office/drawing/2014/main" id="{E0704D54-97E7-1C7F-0260-05AE3159D162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860673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347" name="DAL Dock TM">
                    <a:extLst>
                      <a:ext uri="{FF2B5EF4-FFF2-40B4-BE49-F238E27FC236}">
                        <a16:creationId xmlns:a16="http://schemas.microsoft.com/office/drawing/2014/main" id="{0C711908-C237-48B7-68AE-15AC979BB346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727824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348" name="DAL Dock TT">
                    <a:extLst>
                      <a:ext uri="{FF2B5EF4-FFF2-40B4-BE49-F238E27FC236}">
                        <a16:creationId xmlns:a16="http://schemas.microsoft.com/office/drawing/2014/main" id="{9A53423F-EAAC-4355-EB3C-120DDFC6C203}"/>
                      </a:ext>
                    </a:extLst>
                  </p:cNvPr>
                  <p:cNvSpPr/>
                  <p:nvPr/>
                </p:nvSpPr>
                <p:spPr bwMode="gray">
                  <a:xfrm>
                    <a:off x="6734408" y="1594976"/>
                    <a:ext cx="85454" cy="93999"/>
                  </a:xfrm>
                  <a:prstGeom prst="rect">
                    <a:avLst/>
                  </a:prstGeom>
                  <a:grpFill/>
                  <a:ln w="9525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333" name="Gruppieren 332">
                  <a:extLst>
                    <a:ext uri="{FF2B5EF4-FFF2-40B4-BE49-F238E27FC236}">
                      <a16:creationId xmlns:a16="http://schemas.microsoft.com/office/drawing/2014/main" id="{4F32636C-8310-7F86-0F46-E398A2BA707F}"/>
                    </a:ext>
                  </a:extLst>
                </p:cNvPr>
                <p:cNvGrpSpPr>
                  <a:grpSpLocks noGrp="1" noUngrp="1" noRot="1" noMove="1" noResize="1"/>
                </p:cNvGrpSpPr>
                <p:nvPr/>
              </p:nvGrpSpPr>
              <p:grpSpPr>
                <a:xfrm>
                  <a:off x="8328248" y="1569340"/>
                  <a:ext cx="486693" cy="750377"/>
                  <a:chOff x="8328248" y="1569340"/>
                  <a:chExt cx="486693" cy="750377"/>
                </a:xfrm>
              </p:grpSpPr>
              <p:sp>
                <p:nvSpPr>
                  <p:cNvPr id="337" name="PL BG Blue">
                    <a:extLst>
                      <a:ext uri="{FF2B5EF4-FFF2-40B4-BE49-F238E27FC236}">
                        <a16:creationId xmlns:a16="http://schemas.microsoft.com/office/drawing/2014/main" id="{19A474F2-315F-0859-E288-234FE94FFFAE}"/>
                      </a:ext>
                    </a:extLst>
                  </p:cNvPr>
                  <p:cNvSpPr/>
                  <p:nvPr/>
                </p:nvSpPr>
                <p:spPr>
                  <a:xfrm>
                    <a:off x="8328248" y="1569340"/>
                    <a:ext cx="486693" cy="750377"/>
                  </a:xfrm>
                  <a:prstGeom prst="roundRect">
                    <a:avLst>
                      <a:gd name="adj" fmla="val 26461"/>
                    </a:avLst>
                  </a:prstGeom>
                  <a:gradFill flip="none" rotWithShape="1">
                    <a:gsLst>
                      <a:gs pos="0">
                        <a:srgbClr val="00B0F0">
                          <a:shade val="30000"/>
                          <a:satMod val="115000"/>
                        </a:srgbClr>
                      </a:gs>
                      <a:gs pos="100000">
                        <a:srgbClr val="00B0F0">
                          <a:shade val="100000"/>
                          <a:satMod val="115000"/>
                        </a:srgbClr>
                      </a:gs>
                    </a:gsLst>
                    <a:lin ang="0" scaled="1"/>
                    <a:tileRect/>
                  </a:gradFill>
                  <a:ln w="25400" cap="flat" cmpd="sng" algn="ctr">
                    <a:noFill/>
                    <a:prstDash val="solid"/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vert="vert270" wrap="none" lIns="0" tIns="0" rIns="0" bIns="0" rtlCol="0" anchor="t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200" b="1" i="0" u="none" strike="noStrike" kern="100" cap="none" spc="-5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rPr>
                      <a:t>SQL API</a:t>
                    </a:r>
                  </a:p>
                </p:txBody>
              </p:sp>
              <p:grpSp>
                <p:nvGrpSpPr>
                  <p:cNvPr id="338" name="Box Dock">
                    <a:extLst>
                      <a:ext uri="{FF2B5EF4-FFF2-40B4-BE49-F238E27FC236}">
                        <a16:creationId xmlns:a16="http://schemas.microsoft.com/office/drawing/2014/main" id="{38366A4F-E12A-723C-21C5-65ACFCB2CE62}"/>
                      </a:ext>
                    </a:extLst>
                  </p:cNvPr>
                  <p:cNvGrpSpPr>
                    <a:grpSpLocks noGrp="1" noUngrp="1" noRot="1" noMove="1" noResize="1"/>
                  </p:cNvGrpSpPr>
                  <p:nvPr/>
                </p:nvGrpSpPr>
                <p:grpSpPr>
                  <a:xfrm>
                    <a:off x="8328248" y="1686102"/>
                    <a:ext cx="85454" cy="516852"/>
                    <a:chOff x="6734408" y="1594976"/>
                    <a:chExt cx="85454" cy="625391"/>
                  </a:xfrm>
                  <a:solidFill>
                    <a:srgbClr val="D99694">
                      <a:alpha val="0"/>
                    </a:srgbClr>
                  </a:solidFill>
                </p:grpSpPr>
                <p:sp>
                  <p:nvSpPr>
                    <p:cNvPr id="339" name="PL Dock BB">
                      <a:extLst>
                        <a:ext uri="{FF2B5EF4-FFF2-40B4-BE49-F238E27FC236}">
                          <a16:creationId xmlns:a16="http://schemas.microsoft.com/office/drawing/2014/main" id="{E3B31179-7F06-0219-71B2-536BC41AB6D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2126368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40" name="PL Dock BM">
                      <a:extLst>
                        <a:ext uri="{FF2B5EF4-FFF2-40B4-BE49-F238E27FC236}">
                          <a16:creationId xmlns:a16="http://schemas.microsoft.com/office/drawing/2014/main" id="{CA91DB51-F052-0B0B-0244-8266380DF2AD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993521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41" name="PL Dock MM">
                      <a:extLst>
                        <a:ext uri="{FF2B5EF4-FFF2-40B4-BE49-F238E27FC236}">
                          <a16:creationId xmlns:a16="http://schemas.microsoft.com/office/drawing/2014/main" id="{71B4EAA7-8DEB-7D00-8741-4FB58E558429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860673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42" name="PL Dock TM">
                      <a:extLst>
                        <a:ext uri="{FF2B5EF4-FFF2-40B4-BE49-F238E27FC236}">
                          <a16:creationId xmlns:a16="http://schemas.microsoft.com/office/drawing/2014/main" id="{E71B74F4-029C-810A-B3A1-1DAE0EBB45F7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727824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43" name="PL Dock TT">
                      <a:extLst>
                        <a:ext uri="{FF2B5EF4-FFF2-40B4-BE49-F238E27FC236}">
                          <a16:creationId xmlns:a16="http://schemas.microsoft.com/office/drawing/2014/main" id="{C3D2655E-51B3-F673-629D-83ED3AB32F1E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6734408" y="1594976"/>
                      <a:ext cx="85454" cy="93999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  <p:grpSp>
              <p:nvGrpSpPr>
                <p:cNvPr id="334" name="BLL">
                  <a:extLst>
                    <a:ext uri="{FF2B5EF4-FFF2-40B4-BE49-F238E27FC236}">
                      <a16:creationId xmlns:a16="http://schemas.microsoft.com/office/drawing/2014/main" id="{00FE26D6-C20C-E7C2-53B6-EE743B48E30C}"/>
                    </a:ext>
                  </a:extLst>
                </p:cNvPr>
                <p:cNvGrpSpPr>
                  <a:grpSpLocks/>
                </p:cNvGrpSpPr>
                <p:nvPr/>
              </p:nvGrpSpPr>
              <p:grpSpPr>
                <a:xfrm>
                  <a:off x="8590275" y="1632089"/>
                  <a:ext cx="977716" cy="624878"/>
                  <a:chOff x="8590275" y="1632089"/>
                  <a:chExt cx="977716" cy="624878"/>
                </a:xfrm>
              </p:grpSpPr>
              <p:sp>
                <p:nvSpPr>
                  <p:cNvPr id="335" name="BLL BG White">
                    <a:extLst>
                      <a:ext uri="{FF2B5EF4-FFF2-40B4-BE49-F238E27FC236}">
                        <a16:creationId xmlns:a16="http://schemas.microsoft.com/office/drawing/2014/main" id="{B3FB16F9-EC89-6375-8227-295909101CD5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590275" y="1632089"/>
                    <a:ext cx="977716" cy="624878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36" name="BLL BG White">
                    <a:extLst>
                      <a:ext uri="{FF2B5EF4-FFF2-40B4-BE49-F238E27FC236}">
                        <a16:creationId xmlns:a16="http://schemas.microsoft.com/office/drawing/2014/main" id="{0E227FC2-48B1-1044-B0D8-539EB2ECFEDB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8616672" y="1654783"/>
                    <a:ext cx="924923" cy="579490"/>
                  </a:xfrm>
                  <a:prstGeom prst="roundRect">
                    <a:avLst/>
                  </a:prstGeom>
                  <a:noFill/>
                  <a:ln>
                    <a:solidFill>
                      <a:srgbClr val="C52EBE"/>
                    </a:solidFill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914400" rtl="0" eaLnBrk="1" fontAlgn="base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US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/>
                      <a:ea typeface="+mn-ea"/>
                      <a:cs typeface="+mn-cs"/>
                    </a:endParaRPr>
                  </a:p>
                </p:txBody>
              </p:sp>
            </p:grpSp>
          </p:grpSp>
          <p:sp>
            <p:nvSpPr>
              <p:cNvPr id="330" name="Textfeld 329">
                <a:extLst>
                  <a:ext uri="{FF2B5EF4-FFF2-40B4-BE49-F238E27FC236}">
                    <a16:creationId xmlns:a16="http://schemas.microsoft.com/office/drawing/2014/main" id="{586D8D16-D80D-FAC1-882B-6091BB4C9A4D}"/>
                  </a:ext>
                </a:extLst>
              </p:cNvPr>
              <p:cNvSpPr txBox="1"/>
              <p:nvPr/>
            </p:nvSpPr>
            <p:spPr>
              <a:xfrm>
                <a:off x="5933892" y="2287032"/>
                <a:ext cx="1732083" cy="424732"/>
              </a:xfrm>
              <a:prstGeom prst="rect">
                <a:avLst/>
              </a:prstGeom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ctr">
                  <a:lnSpc>
                    <a:spcPct val="90000"/>
                  </a:lnSpc>
                  <a:defRPr sz="1200" kern="0"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Calibri" pitchFamily="34" charset="0"/>
                    <a:cs typeface="Calibri" pitchFamily="34" charset="0"/>
                  </a:defRPr>
                </a:lvl1pPr>
              </a:lstStyle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effectLst/>
                    <a:uLnTx/>
                    <a:uFillTx/>
                    <a:latin typeface="Calibri" pitchFamily="34" charset="0"/>
                    <a:ea typeface="+mn-ea"/>
                    <a:cs typeface="Calibri" pitchFamily="34" charset="0"/>
                  </a:rPr>
                  <a:t>Product Information  DB</a:t>
                </a:r>
              </a:p>
            </p:txBody>
          </p:sp>
        </p:grpSp>
        <p:grpSp>
          <p:nvGrpSpPr>
            <p:cNvPr id="326" name="Gruppieren 325">
              <a:extLst>
                <a:ext uri="{FF2B5EF4-FFF2-40B4-BE49-F238E27FC236}">
                  <a16:creationId xmlns:a16="http://schemas.microsoft.com/office/drawing/2014/main" id="{E0A3457F-3F70-FEB3-3C1C-3779A0E75334}"/>
                </a:ext>
              </a:extLst>
            </p:cNvPr>
            <p:cNvGrpSpPr/>
            <p:nvPr/>
          </p:nvGrpSpPr>
          <p:grpSpPr>
            <a:xfrm>
              <a:off x="8425454" y="1671887"/>
              <a:ext cx="577723" cy="365719"/>
              <a:chOff x="9003066" y="2123465"/>
              <a:chExt cx="635495" cy="402291"/>
            </a:xfrm>
          </p:grpSpPr>
          <p:sp>
            <p:nvSpPr>
              <p:cNvPr id="327" name="Flussdiagramm: Magnetplattenspeicher 326">
                <a:extLst>
                  <a:ext uri="{FF2B5EF4-FFF2-40B4-BE49-F238E27FC236}">
                    <a16:creationId xmlns:a16="http://schemas.microsoft.com/office/drawing/2014/main" id="{1DD85691-7ECF-A232-1011-3DC26B9BF1BB}"/>
                  </a:ext>
                </a:extLst>
              </p:cNvPr>
              <p:cNvSpPr/>
              <p:nvPr/>
            </p:nvSpPr>
            <p:spPr bwMode="gray">
              <a:xfrm>
                <a:off x="9003066" y="2123465"/>
                <a:ext cx="635495" cy="402291"/>
              </a:xfrm>
              <a:prstGeom prst="flowChartMagneticDisk">
                <a:avLst/>
              </a:prstGeom>
              <a:solidFill>
                <a:schemeClr val="bg1"/>
              </a:solidFill>
              <a:ln w="19050">
                <a:solidFill>
                  <a:schemeClr val="tx1">
                    <a:lumMod val="75000"/>
                    <a:lumOff val="25000"/>
                  </a:schemeClr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pic>
            <p:nvPicPr>
              <p:cNvPr id="328" name="Grafik 327">
                <a:extLst>
                  <a:ext uri="{FF2B5EF4-FFF2-40B4-BE49-F238E27FC236}">
                    <a16:creationId xmlns:a16="http://schemas.microsoft.com/office/drawing/2014/main" id="{6D5CBF84-19BC-360A-4220-45F45B3A95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9085783" y="2333931"/>
                <a:ext cx="497677" cy="126826"/>
              </a:xfrm>
              <a:prstGeom prst="rect">
                <a:avLst/>
              </a:prstGeom>
            </p:spPr>
          </p:pic>
        </p:grpSp>
      </p:grpSp>
      <p:pic>
        <p:nvPicPr>
          <p:cNvPr id="362" name="Grafik 361">
            <a:extLst>
              <a:ext uri="{FF2B5EF4-FFF2-40B4-BE49-F238E27FC236}">
                <a16:creationId xmlns:a16="http://schemas.microsoft.com/office/drawing/2014/main" id="{0A6A07EF-0274-23D3-BD63-76CCE17FE38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220463" y="4049090"/>
            <a:ext cx="514520" cy="457637"/>
          </a:xfrm>
          <a:prstGeom prst="rect">
            <a:avLst/>
          </a:prstGeom>
        </p:spPr>
      </p:pic>
      <p:cxnSp>
        <p:nvCxnSpPr>
          <p:cNvPr id="363" name="Gerade Verbindung mit Pfeil 13">
            <a:extLst>
              <a:ext uri="{FF2B5EF4-FFF2-40B4-BE49-F238E27FC236}">
                <a16:creationId xmlns:a16="http://schemas.microsoft.com/office/drawing/2014/main" id="{E1A5E585-1D38-A7CF-8964-4E7F5D03C35F}"/>
              </a:ext>
            </a:extLst>
          </p:cNvPr>
          <p:cNvCxnSpPr>
            <a:cxnSpLocks/>
            <a:stCxn id="250" idx="0"/>
          </p:cNvCxnSpPr>
          <p:nvPr/>
        </p:nvCxnSpPr>
        <p:spPr>
          <a:xfrm rot="5400000" flipH="1" flipV="1">
            <a:off x="7074913" y="-250645"/>
            <a:ext cx="1756553" cy="8443991"/>
          </a:xfrm>
          <a:prstGeom prst="bentConnector2">
            <a:avLst/>
          </a:prstGeom>
          <a:ln w="28575">
            <a:solidFill>
              <a:srgbClr val="FF07AC"/>
            </a:solidFill>
            <a:prstDash val="sysDot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4" name="Gruppieren 363">
            <a:extLst>
              <a:ext uri="{FF2B5EF4-FFF2-40B4-BE49-F238E27FC236}">
                <a16:creationId xmlns:a16="http://schemas.microsoft.com/office/drawing/2014/main" id="{54F52378-4ACF-CBB4-1B4B-BB66FBD97578}"/>
              </a:ext>
            </a:extLst>
          </p:cNvPr>
          <p:cNvGrpSpPr/>
          <p:nvPr/>
        </p:nvGrpSpPr>
        <p:grpSpPr>
          <a:xfrm>
            <a:off x="8533941" y="2636259"/>
            <a:ext cx="604800" cy="1189325"/>
            <a:chOff x="6864139" y="1738828"/>
            <a:chExt cx="604800" cy="1189325"/>
          </a:xfrm>
        </p:grpSpPr>
        <p:sp>
          <p:nvSpPr>
            <p:cNvPr id="365" name="Gleichschenkliges Dreieck 364">
              <a:extLst>
                <a:ext uri="{FF2B5EF4-FFF2-40B4-BE49-F238E27FC236}">
                  <a16:creationId xmlns:a16="http://schemas.microsoft.com/office/drawing/2014/main" id="{AE4B02DE-152C-2C12-B2AA-663C51167FC3}"/>
                </a:ext>
              </a:extLst>
            </p:cNvPr>
            <p:cNvSpPr/>
            <p:nvPr/>
          </p:nvSpPr>
          <p:spPr bwMode="gray">
            <a:xfrm rot="10800000">
              <a:off x="7011507" y="2234851"/>
              <a:ext cx="310065" cy="693302"/>
            </a:xfrm>
            <a:prstGeom prst="triangle">
              <a:avLst/>
            </a:prstGeom>
            <a:solidFill>
              <a:srgbClr val="00B0F0"/>
            </a:solidFill>
            <a:ln w="952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32000" tIns="0" rIns="0" bIns="0"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endParaRPr>
            </a:p>
          </p:txBody>
        </p:sp>
        <p:grpSp>
          <p:nvGrpSpPr>
            <p:cNvPr id="366" name="Gruppieren 365">
              <a:extLst>
                <a:ext uri="{FF2B5EF4-FFF2-40B4-BE49-F238E27FC236}">
                  <a16:creationId xmlns:a16="http://schemas.microsoft.com/office/drawing/2014/main" id="{DFC3AE44-20D3-4DC2-1159-CD1555CFE483}"/>
                </a:ext>
              </a:extLst>
            </p:cNvPr>
            <p:cNvGrpSpPr/>
            <p:nvPr/>
          </p:nvGrpSpPr>
          <p:grpSpPr>
            <a:xfrm>
              <a:off x="6864139" y="1738828"/>
              <a:ext cx="604800" cy="605665"/>
              <a:chOff x="6864139" y="1769273"/>
              <a:chExt cx="604800" cy="605665"/>
            </a:xfrm>
          </p:grpSpPr>
          <p:sp>
            <p:nvSpPr>
              <p:cNvPr id="367" name="Rechteck 366">
                <a:extLst>
                  <a:ext uri="{FF2B5EF4-FFF2-40B4-BE49-F238E27FC236}">
                    <a16:creationId xmlns:a16="http://schemas.microsoft.com/office/drawing/2014/main" id="{9F977CE2-BA96-0CCE-6D26-4EF2AE6E4D95}"/>
                  </a:ext>
                </a:extLst>
              </p:cNvPr>
              <p:cNvSpPr/>
              <p:nvPr/>
            </p:nvSpPr>
            <p:spPr bwMode="gray">
              <a:xfrm>
                <a:off x="6864139" y="1769273"/>
                <a:ext cx="604800" cy="605665"/>
              </a:xfrm>
              <a:prstGeom prst="rect">
                <a:avLst/>
              </a:prstGeom>
              <a:solidFill>
                <a:srgbClr val="00B0F0"/>
              </a:solidFill>
              <a:ln w="9525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32000" tIns="0" rIns="0" bIns="0" rtlCol="0" anchor="ctr"/>
              <a:lstStyle/>
              <a:p>
                <a:pPr marL="0" marR="0" lvl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endParaRPr>
              </a:p>
            </p:txBody>
          </p:sp>
          <p:grpSp>
            <p:nvGrpSpPr>
              <p:cNvPr id="368" name="Gruppieren 367">
                <a:extLst>
                  <a:ext uri="{FF2B5EF4-FFF2-40B4-BE49-F238E27FC236}">
                    <a16:creationId xmlns:a16="http://schemas.microsoft.com/office/drawing/2014/main" id="{09D480AF-18EF-3EF9-4C92-038452FF1A34}"/>
                  </a:ext>
                </a:extLst>
              </p:cNvPr>
              <p:cNvGrpSpPr/>
              <p:nvPr/>
            </p:nvGrpSpPr>
            <p:grpSpPr>
              <a:xfrm>
                <a:off x="6979593" y="1929113"/>
                <a:ext cx="373893" cy="285985"/>
                <a:chOff x="6767924" y="2396835"/>
                <a:chExt cx="373893" cy="285985"/>
              </a:xfrm>
            </p:grpSpPr>
            <p:sp>
              <p:nvSpPr>
                <p:cNvPr id="369" name="Freihandform: Form 368">
                  <a:extLst>
                    <a:ext uri="{FF2B5EF4-FFF2-40B4-BE49-F238E27FC236}">
                      <a16:creationId xmlns:a16="http://schemas.microsoft.com/office/drawing/2014/main" id="{27132F0E-88F2-40C2-BD71-01F6B2A9ABD1}"/>
                    </a:ext>
                  </a:extLst>
                </p:cNvPr>
                <p:cNvSpPr/>
                <p:nvPr/>
              </p:nvSpPr>
              <p:spPr bwMode="gray">
                <a:xfrm>
                  <a:off x="6767924" y="2490900"/>
                  <a:ext cx="373893" cy="191920"/>
                </a:xfrm>
                <a:custGeom>
                  <a:avLst/>
                  <a:gdLst>
                    <a:gd name="connsiteX0" fmla="*/ 46177 w 373893"/>
                    <a:gd name="connsiteY0" fmla="*/ 20925 h 191920"/>
                    <a:gd name="connsiteX1" fmla="*/ 21165 w 373893"/>
                    <a:gd name="connsiteY1" fmla="*/ 45937 h 191920"/>
                    <a:gd name="connsiteX2" fmla="*/ 21165 w 373893"/>
                    <a:gd name="connsiteY2" fmla="*/ 145984 h 191920"/>
                    <a:gd name="connsiteX3" fmla="*/ 46177 w 373893"/>
                    <a:gd name="connsiteY3" fmla="*/ 170996 h 191920"/>
                    <a:gd name="connsiteX4" fmla="*/ 327716 w 373893"/>
                    <a:gd name="connsiteY4" fmla="*/ 170996 h 191920"/>
                    <a:gd name="connsiteX5" fmla="*/ 352728 w 373893"/>
                    <a:gd name="connsiteY5" fmla="*/ 145984 h 191920"/>
                    <a:gd name="connsiteX6" fmla="*/ 352728 w 373893"/>
                    <a:gd name="connsiteY6" fmla="*/ 45937 h 191920"/>
                    <a:gd name="connsiteX7" fmla="*/ 327716 w 373893"/>
                    <a:gd name="connsiteY7" fmla="*/ 20925 h 191920"/>
                    <a:gd name="connsiteX8" fmla="*/ 38443 w 373893"/>
                    <a:gd name="connsiteY8" fmla="*/ 0 h 191920"/>
                    <a:gd name="connsiteX9" fmla="*/ 335450 w 373893"/>
                    <a:gd name="connsiteY9" fmla="*/ 0 h 191920"/>
                    <a:gd name="connsiteX10" fmla="*/ 373893 w 373893"/>
                    <a:gd name="connsiteY10" fmla="*/ 38443 h 191920"/>
                    <a:gd name="connsiteX11" fmla="*/ 373893 w 373893"/>
                    <a:gd name="connsiteY11" fmla="*/ 153477 h 191920"/>
                    <a:gd name="connsiteX12" fmla="*/ 335450 w 373893"/>
                    <a:gd name="connsiteY12" fmla="*/ 191920 h 191920"/>
                    <a:gd name="connsiteX13" fmla="*/ 38443 w 373893"/>
                    <a:gd name="connsiteY13" fmla="*/ 191920 h 191920"/>
                    <a:gd name="connsiteX14" fmla="*/ 0 w 373893"/>
                    <a:gd name="connsiteY14" fmla="*/ 153477 h 191920"/>
                    <a:gd name="connsiteX15" fmla="*/ 0 w 373893"/>
                    <a:gd name="connsiteY15" fmla="*/ 38443 h 191920"/>
                    <a:gd name="connsiteX16" fmla="*/ 38443 w 373893"/>
                    <a:gd name="connsiteY16" fmla="*/ 0 h 1919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</a:cxnLst>
                  <a:rect l="l" t="t" r="r" b="b"/>
                  <a:pathLst>
                    <a:path w="373893" h="191920">
                      <a:moveTo>
                        <a:pt x="46177" y="20925"/>
                      </a:moveTo>
                      <a:cubicBezTo>
                        <a:pt x="32363" y="20925"/>
                        <a:pt x="21165" y="32123"/>
                        <a:pt x="21165" y="45937"/>
                      </a:cubicBezTo>
                      <a:lnTo>
                        <a:pt x="21165" y="145984"/>
                      </a:lnTo>
                      <a:cubicBezTo>
                        <a:pt x="21165" y="159798"/>
                        <a:pt x="32363" y="170996"/>
                        <a:pt x="46177" y="170996"/>
                      </a:cubicBezTo>
                      <a:lnTo>
                        <a:pt x="327716" y="170996"/>
                      </a:lnTo>
                      <a:cubicBezTo>
                        <a:pt x="341530" y="170996"/>
                        <a:pt x="352728" y="159798"/>
                        <a:pt x="352728" y="145984"/>
                      </a:cubicBezTo>
                      <a:lnTo>
                        <a:pt x="352728" y="45937"/>
                      </a:lnTo>
                      <a:cubicBezTo>
                        <a:pt x="352728" y="32123"/>
                        <a:pt x="341530" y="20925"/>
                        <a:pt x="327716" y="20925"/>
                      </a:cubicBezTo>
                      <a:close/>
                      <a:moveTo>
                        <a:pt x="38443" y="0"/>
                      </a:moveTo>
                      <a:lnTo>
                        <a:pt x="335450" y="0"/>
                      </a:lnTo>
                      <a:cubicBezTo>
                        <a:pt x="356681" y="0"/>
                        <a:pt x="373893" y="17212"/>
                        <a:pt x="373893" y="38443"/>
                      </a:cubicBezTo>
                      <a:lnTo>
                        <a:pt x="373893" y="153477"/>
                      </a:lnTo>
                      <a:cubicBezTo>
                        <a:pt x="373893" y="174708"/>
                        <a:pt x="356681" y="191920"/>
                        <a:pt x="335450" y="191920"/>
                      </a:cubicBezTo>
                      <a:lnTo>
                        <a:pt x="38443" y="191920"/>
                      </a:lnTo>
                      <a:cubicBezTo>
                        <a:pt x="17212" y="191920"/>
                        <a:pt x="0" y="174708"/>
                        <a:pt x="0" y="153477"/>
                      </a:cubicBezTo>
                      <a:lnTo>
                        <a:pt x="0" y="38443"/>
                      </a:lnTo>
                      <a:cubicBezTo>
                        <a:pt x="0" y="17212"/>
                        <a:pt x="17212" y="0"/>
                        <a:pt x="38443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1905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432000" rtlCol="0" anchor="ctr">
                  <a:noAutofit/>
                </a:bodyPr>
                <a:lstStyle/>
                <a:p>
                  <a:pPr marL="0" marR="0" lvl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ranklin Gothic Book"/>
                    <a:ea typeface="+mn-ea"/>
                    <a:cs typeface="+mn-cs"/>
                  </a:endParaRPr>
                </a:p>
              </p:txBody>
            </p:sp>
            <p:sp>
              <p:nvSpPr>
                <p:cNvPr id="370" name="Freihandform: Form 369">
                  <a:extLst>
                    <a:ext uri="{FF2B5EF4-FFF2-40B4-BE49-F238E27FC236}">
                      <a16:creationId xmlns:a16="http://schemas.microsoft.com/office/drawing/2014/main" id="{E1AE9573-7462-5ED8-633F-E0F8BD659E3E}"/>
                    </a:ext>
                  </a:extLst>
                </p:cNvPr>
                <p:cNvSpPr/>
                <p:nvPr/>
              </p:nvSpPr>
              <p:spPr>
                <a:xfrm>
                  <a:off x="6819340" y="2547015"/>
                  <a:ext cx="272663" cy="79690"/>
                </a:xfrm>
                <a:custGeom>
                  <a:avLst/>
                  <a:gdLst>
                    <a:gd name="connsiteX0" fmla="*/ 152068 w 272663"/>
                    <a:gd name="connsiteY0" fmla="*/ 15934 h 79690"/>
                    <a:gd name="connsiteX1" fmla="*/ 171418 w 272663"/>
                    <a:gd name="connsiteY1" fmla="*/ 35286 h 79690"/>
                    <a:gd name="connsiteX2" fmla="*/ 171418 w 272663"/>
                    <a:gd name="connsiteY2" fmla="*/ 44427 h 79690"/>
                    <a:gd name="connsiteX3" fmla="*/ 152068 w 272663"/>
                    <a:gd name="connsiteY3" fmla="*/ 63777 h 79690"/>
                    <a:gd name="connsiteX4" fmla="*/ 142927 w 272663"/>
                    <a:gd name="connsiteY4" fmla="*/ 63705 h 79690"/>
                    <a:gd name="connsiteX5" fmla="*/ 143001 w 272663"/>
                    <a:gd name="connsiteY5" fmla="*/ 54563 h 79690"/>
                    <a:gd name="connsiteX6" fmla="*/ 150372 w 272663"/>
                    <a:gd name="connsiteY6" fmla="*/ 47190 h 79690"/>
                    <a:gd name="connsiteX7" fmla="*/ 99360 w 272663"/>
                    <a:gd name="connsiteY7" fmla="*/ 47190 h 79690"/>
                    <a:gd name="connsiteX8" fmla="*/ 99360 w 272663"/>
                    <a:gd name="connsiteY8" fmla="*/ 32448 h 79690"/>
                    <a:gd name="connsiteX9" fmla="*/ 150335 w 272663"/>
                    <a:gd name="connsiteY9" fmla="*/ 32448 h 79690"/>
                    <a:gd name="connsiteX10" fmla="*/ 142964 w 272663"/>
                    <a:gd name="connsiteY10" fmla="*/ 25075 h 79690"/>
                    <a:gd name="connsiteX11" fmla="*/ 142945 w 272663"/>
                    <a:gd name="connsiteY11" fmla="*/ 15953 h 79690"/>
                    <a:gd name="connsiteX12" fmla="*/ 152068 w 272663"/>
                    <a:gd name="connsiteY12" fmla="*/ 15934 h 79690"/>
                    <a:gd name="connsiteX13" fmla="*/ 232154 w 272663"/>
                    <a:gd name="connsiteY13" fmla="*/ 0 h 79690"/>
                    <a:gd name="connsiteX14" fmla="*/ 272663 w 272663"/>
                    <a:gd name="connsiteY14" fmla="*/ 39182 h 79690"/>
                    <a:gd name="connsiteX15" fmla="*/ 232154 w 272663"/>
                    <a:gd name="connsiteY15" fmla="*/ 79690 h 79690"/>
                    <a:gd name="connsiteX16" fmla="*/ 191646 w 272663"/>
                    <a:gd name="connsiteY16" fmla="*/ 39182 h 79690"/>
                    <a:gd name="connsiteX17" fmla="*/ 40507 w 272663"/>
                    <a:gd name="connsiteY17" fmla="*/ 0 h 79690"/>
                    <a:gd name="connsiteX18" fmla="*/ 81016 w 272663"/>
                    <a:gd name="connsiteY18" fmla="*/ 39182 h 79690"/>
                    <a:gd name="connsiteX19" fmla="*/ 40507 w 272663"/>
                    <a:gd name="connsiteY19" fmla="*/ 79690 h 79690"/>
                    <a:gd name="connsiteX20" fmla="*/ 0 w 272663"/>
                    <a:gd name="connsiteY20" fmla="*/ 39182 h 796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272663" h="79690">
                      <a:moveTo>
                        <a:pt x="152068" y="15934"/>
                      </a:moveTo>
                      <a:lnTo>
                        <a:pt x="171418" y="35286"/>
                      </a:lnTo>
                      <a:cubicBezTo>
                        <a:pt x="173929" y="37816"/>
                        <a:pt x="173929" y="41897"/>
                        <a:pt x="171418" y="44427"/>
                      </a:cubicBezTo>
                      <a:lnTo>
                        <a:pt x="152068" y="63777"/>
                      </a:lnTo>
                      <a:cubicBezTo>
                        <a:pt x="149523" y="66282"/>
                        <a:pt x="145431" y="66249"/>
                        <a:pt x="142927" y="63705"/>
                      </a:cubicBezTo>
                      <a:cubicBezTo>
                        <a:pt x="140423" y="61159"/>
                        <a:pt x="140456" y="57066"/>
                        <a:pt x="143001" y="54563"/>
                      </a:cubicBezTo>
                      <a:lnTo>
                        <a:pt x="150372" y="47190"/>
                      </a:lnTo>
                      <a:lnTo>
                        <a:pt x="99360" y="47190"/>
                      </a:lnTo>
                      <a:lnTo>
                        <a:pt x="99360" y="32448"/>
                      </a:lnTo>
                      <a:lnTo>
                        <a:pt x="150335" y="32448"/>
                      </a:lnTo>
                      <a:lnTo>
                        <a:pt x="142964" y="25075"/>
                      </a:lnTo>
                      <a:cubicBezTo>
                        <a:pt x="140440" y="22561"/>
                        <a:pt x="140431" y="18477"/>
                        <a:pt x="142945" y="15953"/>
                      </a:cubicBezTo>
                      <a:cubicBezTo>
                        <a:pt x="145459" y="13429"/>
                        <a:pt x="149544" y="13420"/>
                        <a:pt x="152068" y="15934"/>
                      </a:cubicBezTo>
                      <a:close/>
                      <a:moveTo>
                        <a:pt x="232154" y="0"/>
                      </a:moveTo>
                      <a:lnTo>
                        <a:pt x="272663" y="39182"/>
                      </a:lnTo>
                      <a:lnTo>
                        <a:pt x="232154" y="79690"/>
                      </a:lnTo>
                      <a:lnTo>
                        <a:pt x="191646" y="39182"/>
                      </a:lnTo>
                      <a:close/>
                      <a:moveTo>
                        <a:pt x="40507" y="0"/>
                      </a:moveTo>
                      <a:lnTo>
                        <a:pt x="81016" y="39182"/>
                      </a:lnTo>
                      <a:lnTo>
                        <a:pt x="40507" y="79690"/>
                      </a:lnTo>
                      <a:lnTo>
                        <a:pt x="0" y="39182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 w="228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endParaRPr>
                </a:p>
              </p:txBody>
            </p:sp>
            <p:grpSp>
              <p:nvGrpSpPr>
                <p:cNvPr id="371" name="Gruppieren 370">
                  <a:extLst>
                    <a:ext uri="{FF2B5EF4-FFF2-40B4-BE49-F238E27FC236}">
                      <a16:creationId xmlns:a16="http://schemas.microsoft.com/office/drawing/2014/main" id="{B5FD2A7A-C8F9-2487-8D23-A31B0A81EA46}"/>
                    </a:ext>
                  </a:extLst>
                </p:cNvPr>
                <p:cNvGrpSpPr/>
                <p:nvPr/>
              </p:nvGrpSpPr>
              <p:grpSpPr>
                <a:xfrm>
                  <a:off x="6814136" y="2396835"/>
                  <a:ext cx="281468" cy="106008"/>
                  <a:chOff x="6814136" y="2396835"/>
                  <a:chExt cx="281468" cy="106008"/>
                </a:xfrm>
              </p:grpSpPr>
              <p:grpSp>
                <p:nvGrpSpPr>
                  <p:cNvPr id="372" name="Gruppieren 371">
                    <a:extLst>
                      <a:ext uri="{FF2B5EF4-FFF2-40B4-BE49-F238E27FC236}">
                        <a16:creationId xmlns:a16="http://schemas.microsoft.com/office/drawing/2014/main" id="{2222760E-5259-32B0-A734-BAEC66CCDC71}"/>
                      </a:ext>
                    </a:extLst>
                  </p:cNvPr>
                  <p:cNvGrpSpPr/>
                  <p:nvPr/>
                </p:nvGrpSpPr>
                <p:grpSpPr>
                  <a:xfrm>
                    <a:off x="6920713" y="2396835"/>
                    <a:ext cx="68314" cy="106008"/>
                    <a:chOff x="10344472" y="2157875"/>
                    <a:chExt cx="209315" cy="324812"/>
                  </a:xfrm>
                  <a:solidFill>
                    <a:schemeClr val="bg1"/>
                  </a:solidFill>
                </p:grpSpPr>
                <p:sp>
                  <p:nvSpPr>
                    <p:cNvPr id="379" name="Rechteck 378">
                      <a:extLst>
                        <a:ext uri="{FF2B5EF4-FFF2-40B4-BE49-F238E27FC236}">
                          <a16:creationId xmlns:a16="http://schemas.microsoft.com/office/drawing/2014/main" id="{CDC703CD-AF2E-B2BB-D98D-B8F6F04B6445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10413516" y="2304529"/>
                      <a:ext cx="71229" cy="178158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80" name="Ellipse 379">
                      <a:extLst>
                        <a:ext uri="{FF2B5EF4-FFF2-40B4-BE49-F238E27FC236}">
                          <a16:creationId xmlns:a16="http://schemas.microsoft.com/office/drawing/2014/main" id="{789BA678-A719-037D-FBB4-38DCB2BD2968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10344472" y="2157875"/>
                      <a:ext cx="209315" cy="209315"/>
                    </a:xfrm>
                    <a:prstGeom prst="ellipse">
                      <a:avLst/>
                    </a:prstGeom>
                    <a:grpFill/>
                    <a:ln w="1905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432000" rtlCol="0" anchor="ctr">
                      <a:noAutofit/>
                    </a:bodyPr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Franklin Gothic Book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373" name="Gruppieren 372">
                    <a:extLst>
                      <a:ext uri="{FF2B5EF4-FFF2-40B4-BE49-F238E27FC236}">
                        <a16:creationId xmlns:a16="http://schemas.microsoft.com/office/drawing/2014/main" id="{85179765-DF7F-6948-6ACD-4D71C8CAEA17}"/>
                      </a:ext>
                    </a:extLst>
                  </p:cNvPr>
                  <p:cNvGrpSpPr/>
                  <p:nvPr/>
                </p:nvGrpSpPr>
                <p:grpSpPr>
                  <a:xfrm>
                    <a:off x="7027290" y="2396835"/>
                    <a:ext cx="68314" cy="106008"/>
                    <a:chOff x="10344472" y="2157875"/>
                    <a:chExt cx="209315" cy="324812"/>
                  </a:xfrm>
                  <a:solidFill>
                    <a:schemeClr val="bg1"/>
                  </a:solidFill>
                </p:grpSpPr>
                <p:sp>
                  <p:nvSpPr>
                    <p:cNvPr id="377" name="Rechteck 376">
                      <a:extLst>
                        <a:ext uri="{FF2B5EF4-FFF2-40B4-BE49-F238E27FC236}">
                          <a16:creationId xmlns:a16="http://schemas.microsoft.com/office/drawing/2014/main" id="{89C9E067-8F5B-B3B0-452B-8CB2FBD09708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10413516" y="2304529"/>
                      <a:ext cx="71229" cy="178158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78" name="Ellipse 377">
                      <a:extLst>
                        <a:ext uri="{FF2B5EF4-FFF2-40B4-BE49-F238E27FC236}">
                          <a16:creationId xmlns:a16="http://schemas.microsoft.com/office/drawing/2014/main" id="{71457BB2-DB0E-04A1-0B98-E75DC7D09F51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10344472" y="2157875"/>
                      <a:ext cx="209315" cy="209315"/>
                    </a:xfrm>
                    <a:prstGeom prst="ellipse">
                      <a:avLst/>
                    </a:prstGeom>
                    <a:grpFill/>
                    <a:ln w="1905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432000" rtlCol="0" anchor="ctr">
                      <a:noAutofit/>
                    </a:bodyPr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Franklin Gothic Book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374" name="Gruppieren 373">
                    <a:extLst>
                      <a:ext uri="{FF2B5EF4-FFF2-40B4-BE49-F238E27FC236}">
                        <a16:creationId xmlns:a16="http://schemas.microsoft.com/office/drawing/2014/main" id="{79D2354C-84EB-ED62-DE5C-5BD7668D65BD}"/>
                      </a:ext>
                    </a:extLst>
                  </p:cNvPr>
                  <p:cNvGrpSpPr/>
                  <p:nvPr/>
                </p:nvGrpSpPr>
                <p:grpSpPr>
                  <a:xfrm>
                    <a:off x="6814136" y="2396835"/>
                    <a:ext cx="68314" cy="106008"/>
                    <a:chOff x="10344472" y="2157875"/>
                    <a:chExt cx="209315" cy="324812"/>
                  </a:xfrm>
                  <a:solidFill>
                    <a:schemeClr val="bg1"/>
                  </a:solidFill>
                </p:grpSpPr>
                <p:sp>
                  <p:nvSpPr>
                    <p:cNvPr id="375" name="Rechteck 374">
                      <a:extLst>
                        <a:ext uri="{FF2B5EF4-FFF2-40B4-BE49-F238E27FC236}">
                          <a16:creationId xmlns:a16="http://schemas.microsoft.com/office/drawing/2014/main" id="{8C8350EA-DA73-73F4-2C76-4F1ADB57A551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10413516" y="2304529"/>
                      <a:ext cx="71229" cy="178158"/>
                    </a:xfrm>
                    <a:prstGeom prst="rect">
                      <a:avLst/>
                    </a:prstGeom>
                    <a:grpFill/>
                    <a:ln w="9525">
                      <a:noFill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376" name="Ellipse 375">
                      <a:extLst>
                        <a:ext uri="{FF2B5EF4-FFF2-40B4-BE49-F238E27FC236}">
                          <a16:creationId xmlns:a16="http://schemas.microsoft.com/office/drawing/2014/main" id="{8B56AA10-FF22-B124-2F8E-AF81E61CDDDB}"/>
                        </a:ext>
                      </a:extLst>
                    </p:cNvPr>
                    <p:cNvSpPr/>
                    <p:nvPr/>
                  </p:nvSpPr>
                  <p:spPr bwMode="gray">
                    <a:xfrm>
                      <a:off x="10344472" y="2157875"/>
                      <a:ext cx="209315" cy="209315"/>
                    </a:xfrm>
                    <a:prstGeom prst="ellipse">
                      <a:avLst/>
                    </a:prstGeom>
                    <a:grpFill/>
                    <a:ln w="1905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432000" rtlCol="0" anchor="ctr">
                      <a:noAutofit/>
                    </a:bodyPr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Franklin Gothic Book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</p:grpSp>
        </p:grpSp>
      </p:grpSp>
      <p:sp>
        <p:nvSpPr>
          <p:cNvPr id="383" name="Textfeld 382">
            <a:extLst>
              <a:ext uri="{FF2B5EF4-FFF2-40B4-BE49-F238E27FC236}">
                <a16:creationId xmlns:a16="http://schemas.microsoft.com/office/drawing/2014/main" id="{22E66519-4455-BFEC-6D14-71DF77CDFF2D}"/>
              </a:ext>
            </a:extLst>
          </p:cNvPr>
          <p:cNvSpPr txBox="1"/>
          <p:nvPr/>
        </p:nvSpPr>
        <p:spPr>
          <a:xfrm>
            <a:off x="342900" y="228600"/>
            <a:ext cx="8324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Example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548640" y="8412480"/>
            <a:ext cx="1645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i="1">
                <a:solidFill>
                  <a:srgbClr val="444444"/>
                </a:solidFill>
              </a:rPr>
              <a:t>Beispielsicht — zeigt das Tier-Muster anhand von zwei Microservices. Die Vollarchitektur findest du auf Slide 1 (Order, Media, Route, AI, Roadmap Service folgen demselben Muster; Orders DB siehe ADR11).</a:t>
            </a:r>
          </a:p>
        </p:txBody>
      </p:sp>
    </p:spTree>
    <p:extLst>
      <p:ext uri="{BB962C8B-B14F-4D97-AF65-F5344CB8AC3E}">
        <p14:creationId xmlns:p14="http://schemas.microsoft.com/office/powerpoint/2010/main" val="35523837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110</Words>
  <Application>Microsoft Office PowerPoint</Application>
  <PresentationFormat>Benutzerdefiniert</PresentationFormat>
  <Paragraphs>52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Arial</vt:lpstr>
      <vt:lpstr>Calibri</vt:lpstr>
      <vt:lpstr>Franklin Gothic Book</vt:lpstr>
      <vt:lpstr>Office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Uwe Breitenbuecher</dc:creator>
  <cp:lastModifiedBy>Uwe Breitenbuecher</cp:lastModifiedBy>
  <cp:revision>6</cp:revision>
  <dcterms:created xsi:type="dcterms:W3CDTF">2024-05-05T20:11:54Z</dcterms:created>
  <dcterms:modified xsi:type="dcterms:W3CDTF">2025-06-02T11:03:52Z</dcterms:modified>
</cp:coreProperties>
</file>